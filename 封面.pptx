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94" autoAdjust="0"/>
    <p:restoredTop sz="94660"/>
  </p:normalViewPr>
  <p:slideViewPr>
    <p:cSldViewPr>
      <p:cViewPr varScale="1">
        <p:scale>
          <a:sx n="71" d="100"/>
          <a:sy n="71" d="100"/>
        </p:scale>
        <p:origin x="31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11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27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767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34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38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34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0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73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40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98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61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347FB-C290-4C82-8D82-2D1C1338D69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CA5FF-075A-4C9E-9A7B-B7D5469C39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59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6A663-2F71-3435-1B1F-4B023F8C73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BA9580-BBD2-AB0C-FA24-2575287DBA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7B849A-2CB8-FF3E-EECD-83673280B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5" b="3932"/>
          <a:stretch>
            <a:fillRect/>
          </a:stretch>
        </p:blipFill>
        <p:spPr>
          <a:xfrm>
            <a:off x="-1" y="-1054823"/>
            <a:ext cx="7559675" cy="1267689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3278E5-DB76-11F6-1871-F5DE07F8619A}"/>
              </a:ext>
            </a:extLst>
          </p:cNvPr>
          <p:cNvSpPr/>
          <p:nvPr/>
        </p:nvSpPr>
        <p:spPr>
          <a:xfrm>
            <a:off x="-1" y="0"/>
            <a:ext cx="7559675" cy="2272347"/>
          </a:xfrm>
          <a:prstGeom prst="rect">
            <a:avLst/>
          </a:prstGeom>
          <a:gradFill>
            <a:gsLst>
              <a:gs pos="15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68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2C5075-7721-E09F-8B49-008FA92F6C91}"/>
              </a:ext>
            </a:extLst>
          </p:cNvPr>
          <p:cNvSpPr txBox="1"/>
          <p:nvPr/>
        </p:nvSpPr>
        <p:spPr>
          <a:xfrm>
            <a:off x="179437" y="35719"/>
            <a:ext cx="3275210" cy="1701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227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5227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uantum </a:t>
            </a:r>
            <a:r>
              <a:rPr lang="en-US" altLang="zh-CN" sz="5227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5227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unneling</a:t>
            </a:r>
            <a:endParaRPr lang="zh-CN" altLang="en-US" sz="5227" b="1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803530-D837-CD2F-0158-9BA212454847}"/>
              </a:ext>
            </a:extLst>
          </p:cNvPr>
          <p:cNvSpPr/>
          <p:nvPr/>
        </p:nvSpPr>
        <p:spPr>
          <a:xfrm rot="10800000">
            <a:off x="0" y="8419464"/>
            <a:ext cx="7559674" cy="2272348"/>
          </a:xfrm>
          <a:prstGeom prst="rect">
            <a:avLst/>
          </a:prstGeom>
          <a:gradFill>
            <a:gsLst>
              <a:gs pos="15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68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30AB31E-E87B-26AA-640C-64BB183BBC14}"/>
              </a:ext>
            </a:extLst>
          </p:cNvPr>
          <p:cNvSpPr txBox="1"/>
          <p:nvPr/>
        </p:nvSpPr>
        <p:spPr>
          <a:xfrm>
            <a:off x="3196404" y="9060044"/>
            <a:ext cx="4255841" cy="121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439" dirty="0">
                <a:solidFill>
                  <a:schemeClr val="bg1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The Mathematical and Physical Nature of Quantum Tunneling and Frontier Challenges</a:t>
            </a:r>
            <a:endParaRPr lang="zh-CN" altLang="en-US" sz="2439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77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</TotalTime>
  <Words>15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呈安 婉夙</dc:creator>
  <cp:lastModifiedBy>呈安 婉夙</cp:lastModifiedBy>
  <cp:revision>4</cp:revision>
  <dcterms:created xsi:type="dcterms:W3CDTF">2026-08-28T04:07:33Z</dcterms:created>
  <dcterms:modified xsi:type="dcterms:W3CDTF">2026-08-31T10:24:17Z</dcterms:modified>
</cp:coreProperties>
</file>