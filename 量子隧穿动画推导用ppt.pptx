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9" r:id="rId2"/>
    <p:sldId id="299" r:id="rId3"/>
    <p:sldId id="295" r:id="rId4"/>
    <p:sldId id="313" r:id="rId5"/>
    <p:sldId id="314" r:id="rId6"/>
    <p:sldId id="315" r:id="rId7"/>
    <p:sldId id="326" r:id="rId8"/>
    <p:sldId id="327" r:id="rId9"/>
    <p:sldId id="350" r:id="rId10"/>
    <p:sldId id="351" r:id="rId11"/>
    <p:sldId id="352" r:id="rId12"/>
    <p:sldId id="353" r:id="rId13"/>
    <p:sldId id="354" r:id="rId14"/>
    <p:sldId id="338" r:id="rId15"/>
    <p:sldId id="342" r:id="rId16"/>
    <p:sldId id="355" r:id="rId17"/>
    <p:sldId id="344" r:id="rId18"/>
    <p:sldId id="359" r:id="rId19"/>
    <p:sldId id="358" r:id="rId20"/>
    <p:sldId id="349" r:id="rId21"/>
    <p:sldId id="293" r:id="rId22"/>
    <p:sldId id="357" r:id="rId23"/>
    <p:sldId id="356" r:id="rId24"/>
    <p:sldId id="317" r:id="rId25"/>
    <p:sldId id="318" r:id="rId26"/>
    <p:sldId id="319" r:id="rId27"/>
    <p:sldId id="320" r:id="rId28"/>
    <p:sldId id="321" r:id="rId29"/>
    <p:sldId id="322" r:id="rId30"/>
    <p:sldId id="261" r:id="rId31"/>
    <p:sldId id="273" r:id="rId32"/>
    <p:sldId id="277" r:id="rId33"/>
    <p:sldId id="294" r:id="rId34"/>
    <p:sldId id="268" r:id="rId35"/>
    <p:sldId id="300" r:id="rId36"/>
    <p:sldId id="280" r:id="rId37"/>
    <p:sldId id="281" r:id="rId38"/>
    <p:sldId id="282" r:id="rId39"/>
    <p:sldId id="283" r:id="rId40"/>
    <p:sldId id="284" r:id="rId41"/>
    <p:sldId id="287" r:id="rId42"/>
    <p:sldId id="288" r:id="rId43"/>
    <p:sldId id="289" r:id="rId44"/>
    <p:sldId id="290" r:id="rId45"/>
    <p:sldId id="298" r:id="rId46"/>
    <p:sldId id="270" r:id="rId47"/>
    <p:sldId id="292" r:id="rId48"/>
    <p:sldId id="301" r:id="rId49"/>
    <p:sldId id="302" r:id="rId50"/>
    <p:sldId id="262" r:id="rId51"/>
    <p:sldId id="279" r:id="rId52"/>
    <p:sldId id="278" r:id="rId53"/>
    <p:sldId id="272" r:id="rId54"/>
    <p:sldId id="258" r:id="rId55"/>
    <p:sldId id="264" r:id="rId56"/>
    <p:sldId id="263" r:id="rId57"/>
    <p:sldId id="267" r:id="rId58"/>
    <p:sldId id="309" r:id="rId59"/>
    <p:sldId id="310" r:id="rId60"/>
    <p:sldId id="347" r:id="rId61"/>
    <p:sldId id="348" r:id="rId62"/>
  </p:sldIdLst>
  <p:sldSz cx="12192000" cy="6858000"/>
  <p:notesSz cx="6858000" cy="9144000"/>
  <p:defaultTextStyle>
    <a:defPPr>
      <a:defRPr lang="zh-CN"/>
    </a:defPPr>
    <a:lvl1pPr marL="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1274BA8-AD22-4F40-B340-17FFAF577529}">
          <p14:sldIdLst>
            <p14:sldId id="259"/>
            <p14:sldId id="299"/>
            <p14:sldId id="295"/>
            <p14:sldId id="313"/>
            <p14:sldId id="314"/>
            <p14:sldId id="315"/>
            <p14:sldId id="326"/>
            <p14:sldId id="327"/>
            <p14:sldId id="350"/>
            <p14:sldId id="351"/>
            <p14:sldId id="352"/>
            <p14:sldId id="353"/>
            <p14:sldId id="354"/>
            <p14:sldId id="338"/>
            <p14:sldId id="342"/>
            <p14:sldId id="355"/>
            <p14:sldId id="344"/>
            <p14:sldId id="359"/>
            <p14:sldId id="358"/>
            <p14:sldId id="349"/>
            <p14:sldId id="293"/>
            <p14:sldId id="357"/>
          </p14:sldIdLst>
        </p14:section>
        <p14:section name="附件" id="{8F5A8E00-D38E-4CE9-B0EC-2FB284711EFF}">
          <p14:sldIdLst>
            <p14:sldId id="356"/>
            <p14:sldId id="317"/>
            <p14:sldId id="318"/>
            <p14:sldId id="319"/>
            <p14:sldId id="320"/>
            <p14:sldId id="321"/>
            <p14:sldId id="322"/>
            <p14:sldId id="261"/>
            <p14:sldId id="273"/>
            <p14:sldId id="277"/>
            <p14:sldId id="294"/>
            <p14:sldId id="268"/>
            <p14:sldId id="300"/>
            <p14:sldId id="280"/>
            <p14:sldId id="281"/>
            <p14:sldId id="282"/>
            <p14:sldId id="283"/>
            <p14:sldId id="284"/>
            <p14:sldId id="287"/>
            <p14:sldId id="288"/>
            <p14:sldId id="289"/>
            <p14:sldId id="290"/>
            <p14:sldId id="298"/>
            <p14:sldId id="270"/>
            <p14:sldId id="292"/>
            <p14:sldId id="301"/>
            <p14:sldId id="302"/>
            <p14:sldId id="262"/>
            <p14:sldId id="279"/>
            <p14:sldId id="278"/>
            <p14:sldId id="272"/>
            <p14:sldId id="258"/>
            <p14:sldId id="264"/>
            <p14:sldId id="263"/>
            <p14:sldId id="267"/>
            <p14:sldId id="309"/>
            <p14:sldId id="310"/>
            <p14:sldId id="347"/>
            <p14:sldId id="3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111111"/>
    <a:srgbClr val="DBE3F0"/>
    <a:srgbClr val="1C1C1C"/>
    <a:srgbClr val="6666FF"/>
    <a:srgbClr val="00009E"/>
    <a:srgbClr val="3A3440"/>
    <a:srgbClr val="FF3B3B"/>
    <a:srgbClr val="000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09" autoAdjust="0"/>
    <p:restoredTop sz="95856" autoAdjust="0"/>
  </p:normalViewPr>
  <p:slideViewPr>
    <p:cSldViewPr showGuides="1">
      <p:cViewPr>
        <p:scale>
          <a:sx n="94" d="100"/>
          <a:sy n="94" d="100"/>
        </p:scale>
        <p:origin x="132" y="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1A8CB-4437-4F73-B623-E6EFA458E144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E1184-7F9E-49CE-9632-7A87F9775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766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623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FF89-C037-75BE-A48A-95AC5B99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493BE9-0B89-4C49-B118-C56002EC1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EACD91-8DCC-ECDD-F642-6E6A29462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CA4A27-97A8-797E-1B8B-4C3EE27A5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716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FA58-D0D1-5B4A-DAB2-264CBF46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54ADD1-2EED-0BBB-DBA1-ADF1604F9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0C2888-E805-20A6-2DF1-D10AE7502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0D6C4-0DEE-4912-58B8-F09C36A31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498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559D2-F460-E111-9F52-65D7303D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4B1283-9208-0B73-288A-33A0188CC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C1FAF2-A68C-7332-0200-93BC12A59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DE3E73-374A-4B03-1D8E-2734DB196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882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E3E3-BD3E-5CAD-A43D-23F5C0D16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D1D5D4-C3D1-10C0-8736-4BA85A9EA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9665B0-B0FD-ED00-7E85-A36F11617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4627CB-D24C-5AC5-63EC-FEE72FB57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763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6160-F5BD-7B11-9A5D-D585A3905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006D08-771E-EF34-E34A-D916B9A7D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8A2D34-109A-53F2-09DE-F902616F5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C8F8E8-7AA9-F967-A66D-9F98CD5C2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211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2A2D-CEF1-33DB-DA20-8610F4171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7C3217-AA29-0D17-5856-67B9A094F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4A653D-0417-B18A-D516-8069C563C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931FA9-418F-56BE-41F6-D009561F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063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F1F8A-BB83-5E97-D25D-567E704F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A40839-EBAF-3649-2746-FCA97E927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6D5D4-63E6-BB2E-5C0D-1A378A1D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A75A50-A92F-9BFF-532F-9B95F3B8C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19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F1F8A-BB83-5E97-D25D-567E704F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A40839-EBAF-3649-2746-FCA97E927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6D5D4-63E6-BB2E-5C0D-1A378A1D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A75A50-A92F-9BFF-532F-9B95F3B8C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958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F1F8A-BB83-5E97-D25D-567E704F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A40839-EBAF-3649-2746-FCA97E927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6D5D4-63E6-BB2E-5C0D-1A378A1D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A75A50-A92F-9BFF-532F-9B95F3B8C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271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F1F8A-BB83-5E97-D25D-567E704F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A40839-EBAF-3649-2746-FCA97E927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6D5D4-63E6-BB2E-5C0D-1A378A1D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A75A50-A92F-9BFF-532F-9B95F3B8C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626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F1F8A-BB83-5E97-D25D-567E704F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A40839-EBAF-3649-2746-FCA97E927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6D5D4-63E6-BB2E-5C0D-1A378A1D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A75A50-A92F-9BFF-532F-9B95F3B8C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948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F1F8A-BB83-5E97-D25D-567E704F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A40839-EBAF-3649-2746-FCA97E927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6D5D4-63E6-BB2E-5C0D-1A378A1D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A75A50-A92F-9BFF-532F-9B95F3B8C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293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6EB80-E797-2E1A-D7C7-14DFFF745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D161A8-4D60-336E-AADC-CB9DA69C5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F2C1DD-D4F4-ABC7-07F8-7DB5FB70F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3AA4F8-39D8-957E-C756-D4979211F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607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5DFB-B69D-BF29-AA6F-56048388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D859C6-CF01-8A23-5572-3E42F0608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F6ABF8-8EAE-CEE9-E706-9C9735180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BB4084-A4F2-3126-1183-486CCF66E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2378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5DFB-B69D-BF29-AA6F-56048388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D859C6-CF01-8A23-5572-3E42F0608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F6ABF8-8EAE-CEE9-E706-9C9735180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BB4084-A4F2-3126-1183-486CCF66E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6372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FF89-C037-75BE-A48A-95AC5B99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493BE9-0B89-4C49-B118-C56002EC1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EACD91-8DCC-ECDD-F642-6E6A29462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CA4A27-97A8-797E-1B8B-4C3EE27A5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034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81DB-26B3-DB45-249F-6F9FF414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CD1B4E-3152-8432-276E-6963724F2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783AD5-637D-D3DF-8EA2-96AC77747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6ED8A-1581-C5FD-A951-CF3489922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0722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2D0F-B58E-D85F-C024-A8AB4E32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E32683-C9D4-471C-F7C9-17893D098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B1EA5F-C712-6AF1-76F4-8BB940D17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2E5BE0-59C4-9084-89D8-7DA0BEFCB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E1184-7F9E-49CE-9632-7A87F977556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325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380B7-90FC-6578-F4B7-98D08091A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7052F9-DE94-BC40-68A9-E0DD6A39C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40"/>
            <a:ext cx="9144000" cy="16557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17CE6-155B-526F-2A2E-CF843E21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682279-F133-7A49-17C0-DE652ED9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A6FB1-87A3-E1B8-47FD-A3484D6C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37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C3D597-AB5A-5B0E-3462-5F92408B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814" y="368660"/>
            <a:ext cx="10406372" cy="36357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617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14139-1A0E-0C73-DB09-8660F0225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B0E123-2C41-D59F-35E1-2357F4B07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F5C03C-9014-CF20-53C4-BDAAF172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D28255-D98C-217A-4502-6A33BA2D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DCD139-B2B1-95B9-D8FF-5D7BE31C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98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1D21A-F58D-8A0B-F313-634D1DBB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853B8-E274-2715-534F-F3244A69B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187B94-DD02-00CF-012A-7DCD6EACD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9EDD6C-592C-81BB-FB8B-7091CF1EA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98561B-0C8A-C734-6954-3371765E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0EEE19-5F0F-882C-CA41-2E75BC01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25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2843F-5A60-480F-FE7F-8F78AE4F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3"/>
            <a:ext cx="10515600" cy="13255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7A04A5-EA97-6BFB-9E81-420B398C3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6"/>
            <a:ext cx="5157787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DEB225-7D28-927A-7AF7-A98B03E0B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F4690A-C33D-7C66-A326-C429BFFFA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6"/>
            <a:ext cx="5183188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4A4FAC-5D79-A7FC-2191-497DAE0A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82107E-511D-EC8D-5C4D-C15218A4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87007D-2D62-1C58-D779-68890D7A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627EC9-FE35-1A88-3625-3C8D67E2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28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E6D9E-BE00-697C-DFF3-430AE010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C22E2D-8466-0E77-BA99-83704747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23915B-1BC3-B249-E490-2840596C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3460ED-95C4-D51F-79D8-84F3A260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576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D95C2F-CC01-735A-DDDF-220AA7B9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BB62E7-787B-67FB-F862-D3B3821E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3975C7-1053-10DB-8ABC-BF49BCA5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69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DCBA9-33E8-29D5-B4C8-19AAC872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A26033-38A9-D31A-EDD8-E1E0A1D5D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A7B51C-4C6B-AEAD-528C-AB866DA12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B16099-85D1-F838-9076-29A66DD7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E03CD2-BF0E-CD92-CB6B-79674A5F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CCBA76-3A68-65C5-A36B-E9F9C160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4430E-B0F3-4BFF-19D4-6E8DD941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A5C6AB-9135-D0DD-6F1B-14462298B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8EE28B-10C2-00DD-34D7-61372AA45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04DE96-F6C2-32D2-C6EF-FDB69602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E8E846-8416-624D-52F0-1A2140F9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111AB1-3221-50FE-C4EF-961F0A52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48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D0EA6-F612-3678-BBD1-4BE1753EB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E4E3A1-8B00-3D97-1075-40723131B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F12B26-5242-1C55-201F-94ED3E73A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772A81-AB38-024B-A3D6-DC27EBCF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11F78A-0B4E-6EA1-F352-CE78DA4E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4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7A4C75-E0FB-EF1F-C4AB-D72D1CA86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3"/>
            <a:ext cx="2628900" cy="581184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ED882D-5CA8-024B-CC80-C284EAB0C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3"/>
            <a:ext cx="7734300" cy="581184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114BC1-4347-5F90-3227-C2235416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9100C4-E400-383F-13D0-4EA4A4AC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2CB814-80C9-2F47-622F-34EB944F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53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DA5FA9-E42F-A928-AC74-821B2A8D9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3"/>
            <a:ext cx="105156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855679-ADD1-7D3D-D1FA-47BEF38F7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E7FE99-24C6-2DA9-7655-4E60BEFEC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8E251-97DE-4DAC-B080-31D85883B41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07B9B-A498-C705-18CC-49306931D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54CD3-A701-9E8D-E59B-AF6BD09F7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86CA6-FBC1-4169-ADAF-8D24CE29D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1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2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1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1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1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5" Type="http://schemas.openxmlformats.org/officeDocument/2006/relationships/image" Target="../media/image3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5" Type="http://schemas.openxmlformats.org/officeDocument/2006/relationships/image" Target="../media/image3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5" Type="http://schemas.openxmlformats.org/officeDocument/2006/relationships/image" Target="../media/image3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.png"/><Relationship Id="rId26" Type="http://schemas.openxmlformats.org/officeDocument/2006/relationships/image" Target="../media/image42.png"/><Relationship Id="rId3" Type="http://schemas.openxmlformats.org/officeDocument/2006/relationships/image" Target="../media/image1.png"/><Relationship Id="rId21" Type="http://schemas.openxmlformats.org/officeDocument/2006/relationships/image" Target="../media/image24.png"/><Relationship Id="rId17" Type="http://schemas.openxmlformats.org/officeDocument/2006/relationships/image" Target="../media/image60.png"/><Relationship Id="rId25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0.png"/><Relationship Id="rId20" Type="http://schemas.openxmlformats.org/officeDocument/2006/relationships/image" Target="../media/image37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401.png"/><Relationship Id="rId5" Type="http://schemas.openxmlformats.org/officeDocument/2006/relationships/image" Target="../media/image39.png"/><Relationship Id="rId23" Type="http://schemas.openxmlformats.org/officeDocument/2006/relationships/image" Target="../media/image391.png"/><Relationship Id="rId19" Type="http://schemas.openxmlformats.org/officeDocument/2006/relationships/image" Target="../media/image9.png"/><Relationship Id="rId4" Type="http://schemas.openxmlformats.org/officeDocument/2006/relationships/image" Target="../media/image38.png"/><Relationship Id="rId22" Type="http://schemas.openxmlformats.org/officeDocument/2006/relationships/image" Target="../media/image25.png"/><Relationship Id="rId27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3.png"/><Relationship Id="rId21" Type="http://schemas.openxmlformats.org/officeDocument/2006/relationships/image" Target="../media/image1.png"/><Relationship Id="rId17" Type="http://schemas.openxmlformats.org/officeDocument/2006/relationships/image" Target="../media/image61.png"/><Relationship Id="rId25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47.png"/><Relationship Id="rId19" Type="http://schemas.openxmlformats.org/officeDocument/2006/relationships/image" Target="../media/image27.png"/><Relationship Id="rId22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46.png"/><Relationship Id="rId12" Type="http://schemas.openxmlformats.org/officeDocument/2006/relationships/image" Target="../media/image1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5.png"/><Relationship Id="rId9" Type="http://schemas.openxmlformats.org/officeDocument/2006/relationships/image" Target="../media/image53.png"/><Relationship Id="rId1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2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3" Type="http://schemas.openxmlformats.org/officeDocument/2006/relationships/image" Target="../media/image380.png"/><Relationship Id="rId7" Type="http://schemas.openxmlformats.org/officeDocument/2006/relationships/image" Target="../media/image44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4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3" Type="http://schemas.openxmlformats.org/officeDocument/2006/relationships/image" Target="../media/image560.png"/><Relationship Id="rId7" Type="http://schemas.openxmlformats.org/officeDocument/2006/relationships/image" Target="../media/image60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Relationship Id="rId9" Type="http://schemas.openxmlformats.org/officeDocument/2006/relationships/image" Target="../media/image6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Relationship Id="rId4" Type="http://schemas.openxmlformats.org/officeDocument/2006/relationships/image" Target="../media/image10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02.png"/><Relationship Id="rId7" Type="http://schemas.openxmlformats.org/officeDocument/2006/relationships/image" Target="../media/image15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90.png"/><Relationship Id="rId5" Type="http://schemas.openxmlformats.org/officeDocument/2006/relationships/image" Target="../media/image130.png"/><Relationship Id="rId10" Type="http://schemas.openxmlformats.org/officeDocument/2006/relationships/image" Target="../media/image180.png"/><Relationship Id="rId4" Type="http://schemas.openxmlformats.org/officeDocument/2006/relationships/image" Target="../media/image141.png"/><Relationship Id="rId9" Type="http://schemas.openxmlformats.org/officeDocument/2006/relationships/image" Target="../media/image1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340.png"/><Relationship Id="rId3" Type="http://schemas.openxmlformats.org/officeDocument/2006/relationships/image" Target="../media/image170.png"/><Relationship Id="rId7" Type="http://schemas.openxmlformats.org/officeDocument/2006/relationships/image" Target="../media/image270.png"/><Relationship Id="rId12" Type="http://schemas.openxmlformats.org/officeDocument/2006/relationships/image" Target="../media/image33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20.png"/><Relationship Id="rId5" Type="http://schemas.openxmlformats.org/officeDocument/2006/relationships/image" Target="../media/image250.png"/><Relationship Id="rId10" Type="http://schemas.openxmlformats.org/officeDocument/2006/relationships/image" Target="../media/image312.png"/><Relationship Id="rId4" Type="http://schemas.openxmlformats.org/officeDocument/2006/relationships/image" Target="../media/image240.png"/><Relationship Id="rId9" Type="http://schemas.openxmlformats.org/officeDocument/2006/relationships/image" Target="../media/image290.png"/><Relationship Id="rId14" Type="http://schemas.openxmlformats.org/officeDocument/2006/relationships/image" Target="../media/image3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1.png"/><Relationship Id="rId4" Type="http://schemas.openxmlformats.org/officeDocument/2006/relationships/image" Target="../media/image57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3" Type="http://schemas.openxmlformats.org/officeDocument/2006/relationships/image" Target="../media/image380.png"/><Relationship Id="rId7" Type="http://schemas.openxmlformats.org/officeDocument/2006/relationships/image" Target="../media/image44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41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.png"/><Relationship Id="rId3" Type="http://schemas.openxmlformats.org/officeDocument/2006/relationships/image" Target="../media/image460.png"/><Relationship Id="rId7" Type="http://schemas.openxmlformats.org/officeDocument/2006/relationships/image" Target="../media/image500.png"/><Relationship Id="rId12" Type="http://schemas.openxmlformats.org/officeDocument/2006/relationships/image" Target="../media/image55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11" Type="http://schemas.openxmlformats.org/officeDocument/2006/relationships/image" Target="../media/image540.png"/><Relationship Id="rId5" Type="http://schemas.openxmlformats.org/officeDocument/2006/relationships/image" Target="../media/image480.png"/><Relationship Id="rId10" Type="http://schemas.openxmlformats.org/officeDocument/2006/relationships/image" Target="../media/image531.png"/><Relationship Id="rId4" Type="http://schemas.openxmlformats.org/officeDocument/2006/relationships/image" Target="../media/image470.png"/><Relationship Id="rId9" Type="http://schemas.openxmlformats.org/officeDocument/2006/relationships/image" Target="../media/image52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3" Type="http://schemas.openxmlformats.org/officeDocument/2006/relationships/image" Target="../media/image560.png"/><Relationship Id="rId7" Type="http://schemas.openxmlformats.org/officeDocument/2006/relationships/image" Target="../media/image60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Relationship Id="rId9" Type="http://schemas.openxmlformats.org/officeDocument/2006/relationships/image" Target="../media/image6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Relationship Id="rId4" Type="http://schemas.openxmlformats.org/officeDocument/2006/relationships/image" Target="../media/image10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150.png"/><Relationship Id="rId4" Type="http://schemas.openxmlformats.org/officeDocument/2006/relationships/image" Target="../media/image7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DE504C0-BAC4-9925-D53A-6001BAF31A4E}"/>
              </a:ext>
            </a:extLst>
          </p:cNvPr>
          <p:cNvCxnSpPr/>
          <p:nvPr/>
        </p:nvCxnSpPr>
        <p:spPr>
          <a:xfrm flipV="1">
            <a:off x="685208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CCCEFE3-DA4E-A8E1-7A78-851C5AB1D93D}"/>
              </a:ext>
            </a:extLst>
          </p:cNvPr>
          <p:cNvCxnSpPr>
            <a:cxnSpLocks/>
          </p:cNvCxnSpPr>
          <p:nvPr/>
        </p:nvCxnSpPr>
        <p:spPr>
          <a:xfrm>
            <a:off x="1445822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CE60193-1730-03F1-9ADB-475AC19755D0}"/>
              </a:ext>
            </a:extLst>
          </p:cNvPr>
          <p:cNvSpPr/>
          <p:nvPr/>
        </p:nvSpPr>
        <p:spPr>
          <a:xfrm>
            <a:off x="621925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078B6F8-BEDA-30F9-1FC9-458EDF687F30}"/>
              </a:ext>
            </a:extLst>
          </p:cNvPr>
          <p:cNvSpPr/>
          <p:nvPr/>
        </p:nvSpPr>
        <p:spPr>
          <a:xfrm>
            <a:off x="6153099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A383AC33-D14B-5058-F45B-18E2CAC4E325}"/>
              </a:ext>
            </a:extLst>
          </p:cNvPr>
          <p:cNvSpPr/>
          <p:nvPr/>
        </p:nvSpPr>
        <p:spPr>
          <a:xfrm flipH="1">
            <a:off x="2245356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AB4DD5-80DA-7C9D-85AF-EB5E927CFD8A}"/>
              </a:ext>
            </a:extLst>
          </p:cNvPr>
          <p:cNvSpPr txBox="1"/>
          <p:nvPr/>
        </p:nvSpPr>
        <p:spPr>
          <a:xfrm>
            <a:off x="627602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26DC294-1132-B134-BE4F-254ACF526788}"/>
              </a:ext>
            </a:extLst>
          </p:cNvPr>
          <p:cNvSpPr txBox="1"/>
          <p:nvPr/>
        </p:nvSpPr>
        <p:spPr>
          <a:xfrm>
            <a:off x="794895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B50A132-E593-5766-BD1A-A66AE28C8B8A}"/>
              </a:ext>
            </a:extLst>
          </p:cNvPr>
          <p:cNvCxnSpPr>
            <a:cxnSpLocks/>
          </p:cNvCxnSpPr>
          <p:nvPr/>
        </p:nvCxnSpPr>
        <p:spPr>
          <a:xfrm>
            <a:off x="1416480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6045281-1141-E72A-206C-98FDD945C599}"/>
              </a:ext>
            </a:extLst>
          </p:cNvPr>
          <p:cNvCxnSpPr>
            <a:cxnSpLocks/>
          </p:cNvCxnSpPr>
          <p:nvPr/>
        </p:nvCxnSpPr>
        <p:spPr>
          <a:xfrm>
            <a:off x="6205658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957093E-B0DD-58F7-B939-CB2876DF536F}"/>
              </a:ext>
            </a:extLst>
          </p:cNvPr>
          <p:cNvSpPr/>
          <p:nvPr/>
        </p:nvSpPr>
        <p:spPr>
          <a:xfrm>
            <a:off x="6860226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70403CA-8793-885C-3F33-A259031D8740}"/>
              </a:ext>
            </a:extLst>
          </p:cNvPr>
          <p:cNvCxnSpPr>
            <a:cxnSpLocks/>
          </p:cNvCxnSpPr>
          <p:nvPr/>
        </p:nvCxnSpPr>
        <p:spPr>
          <a:xfrm>
            <a:off x="686567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AE25A53-7FFD-029B-BAC3-5D6346568F39}"/>
              </a:ext>
            </a:extLst>
          </p:cNvPr>
          <p:cNvCxnSpPr>
            <a:cxnSpLocks/>
          </p:cNvCxnSpPr>
          <p:nvPr/>
        </p:nvCxnSpPr>
        <p:spPr>
          <a:xfrm>
            <a:off x="685208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960DD37-B7D0-112A-3A33-CE3C70EECE51}"/>
              </a:ext>
            </a:extLst>
          </p:cNvPr>
          <p:cNvCxnSpPr>
            <a:cxnSpLocks/>
          </p:cNvCxnSpPr>
          <p:nvPr/>
        </p:nvCxnSpPr>
        <p:spPr>
          <a:xfrm>
            <a:off x="775218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D00326F-582C-1DA5-2F4F-AD8EDFA8229D}"/>
                  </a:ext>
                </a:extLst>
              </p:cNvPr>
              <p:cNvSpPr txBox="1"/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D00326F-582C-1DA5-2F4F-AD8EDFA82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1FB7856A-A729-8751-8336-5659E12C5AA8}"/>
              </a:ext>
            </a:extLst>
          </p:cNvPr>
          <p:cNvSpPr txBox="1"/>
          <p:nvPr/>
        </p:nvSpPr>
        <p:spPr>
          <a:xfrm>
            <a:off x="693088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345C6F6-BC25-BBAC-7017-87FE459123CF}"/>
              </a:ext>
            </a:extLst>
          </p:cNvPr>
          <p:cNvSpPr/>
          <p:nvPr/>
        </p:nvSpPr>
        <p:spPr>
          <a:xfrm>
            <a:off x="5576714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62ACEDF-92C1-A76E-3CB6-102CCAD7AA9C}"/>
              </a:ext>
            </a:extLst>
          </p:cNvPr>
          <p:cNvCxnSpPr>
            <a:cxnSpLocks/>
          </p:cNvCxnSpPr>
          <p:nvPr/>
        </p:nvCxnSpPr>
        <p:spPr>
          <a:xfrm flipH="1" flipV="1">
            <a:off x="6843943" y="1892946"/>
            <a:ext cx="9126" cy="1882578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950E71C-399A-D603-F130-EDDAB0BD8C03}"/>
              </a:ext>
            </a:extLst>
          </p:cNvPr>
          <p:cNvCxnSpPr>
            <a:cxnSpLocks/>
          </p:cNvCxnSpPr>
          <p:nvPr/>
        </p:nvCxnSpPr>
        <p:spPr>
          <a:xfrm flipH="1" flipV="1">
            <a:off x="7757636" y="1892946"/>
            <a:ext cx="8141" cy="1882578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2648CFA-AC75-B9BB-9D6A-DBB816DBF7D6}"/>
              </a:ext>
            </a:extLst>
          </p:cNvPr>
          <p:cNvCxnSpPr>
            <a:cxnSpLocks/>
          </p:cNvCxnSpPr>
          <p:nvPr/>
        </p:nvCxnSpPr>
        <p:spPr>
          <a:xfrm flipH="1" flipV="1">
            <a:off x="6852083" y="1900729"/>
            <a:ext cx="908242" cy="96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1ECB2A8-1032-B861-CF75-330756DB12B0}"/>
              </a:ext>
            </a:extLst>
          </p:cNvPr>
          <p:cNvCxnSpPr>
            <a:cxnSpLocks/>
          </p:cNvCxnSpPr>
          <p:nvPr/>
        </p:nvCxnSpPr>
        <p:spPr>
          <a:xfrm>
            <a:off x="7760325" y="3775524"/>
            <a:ext cx="1576035" cy="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D03BDF1-0093-2463-B83F-640D79CF68BE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6202173" y="3775524"/>
            <a:ext cx="649910" cy="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8B17AC5-7DD0-10D2-3222-DF019DFFF22B}"/>
              </a:ext>
            </a:extLst>
          </p:cNvPr>
          <p:cNvSpPr txBox="1"/>
          <p:nvPr/>
        </p:nvSpPr>
        <p:spPr>
          <a:xfrm>
            <a:off x="696009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73683B-8B93-F586-390B-83F4053127AD}"/>
              </a:ext>
            </a:extLst>
          </p:cNvPr>
          <p:cNvSpPr txBox="1"/>
          <p:nvPr/>
        </p:nvSpPr>
        <p:spPr>
          <a:xfrm>
            <a:off x="5879977" y="1155775"/>
            <a:ext cx="2988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自由空间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势垒内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自由空间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8AB65A-34CE-92DD-2BED-BC3D2A85D045}"/>
              </a:ext>
            </a:extLst>
          </p:cNvPr>
          <p:cNvSpPr txBox="1"/>
          <p:nvPr/>
        </p:nvSpPr>
        <p:spPr>
          <a:xfrm>
            <a:off x="670806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38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ED90A-B069-2E89-881D-F1B79974F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591E901-87CD-1B90-F8E0-8BEEF065FBDD}"/>
              </a:ext>
            </a:extLst>
          </p:cNvPr>
          <p:cNvSpPr/>
          <p:nvPr/>
        </p:nvSpPr>
        <p:spPr>
          <a:xfrm>
            <a:off x="6202173" y="1900826"/>
            <a:ext cx="632522" cy="1874698"/>
          </a:xfrm>
          <a:prstGeom prst="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82E1031-598F-E052-D520-AF2C4E12C737}"/>
              </a:ext>
            </a:extLst>
          </p:cNvPr>
          <p:cNvSpPr/>
          <p:nvPr/>
        </p:nvSpPr>
        <p:spPr>
          <a:xfrm>
            <a:off x="7752184" y="1900826"/>
            <a:ext cx="2311022" cy="1874698"/>
          </a:xfrm>
          <a:prstGeom prst="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6FAD2D6-9953-0C9F-F761-6860C955E18B}"/>
              </a:ext>
            </a:extLst>
          </p:cNvPr>
          <p:cNvCxnSpPr/>
          <p:nvPr/>
        </p:nvCxnSpPr>
        <p:spPr>
          <a:xfrm flipV="1">
            <a:off x="685208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A7DAE11-32CF-0200-B114-0EEC89F36A89}"/>
              </a:ext>
            </a:extLst>
          </p:cNvPr>
          <p:cNvCxnSpPr>
            <a:cxnSpLocks/>
          </p:cNvCxnSpPr>
          <p:nvPr/>
        </p:nvCxnSpPr>
        <p:spPr>
          <a:xfrm>
            <a:off x="1445822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801BF6AB-29A5-12B1-1203-5BFC6F4027CE}"/>
              </a:ext>
            </a:extLst>
          </p:cNvPr>
          <p:cNvSpPr/>
          <p:nvPr/>
        </p:nvSpPr>
        <p:spPr>
          <a:xfrm>
            <a:off x="621925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F1F8322-BC01-2400-C4A5-EFECB956F53A}"/>
              </a:ext>
            </a:extLst>
          </p:cNvPr>
          <p:cNvSpPr/>
          <p:nvPr/>
        </p:nvSpPr>
        <p:spPr>
          <a:xfrm>
            <a:off x="6153099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E2155DB-FF6B-3FB2-72FA-A8787BD43305}"/>
              </a:ext>
            </a:extLst>
          </p:cNvPr>
          <p:cNvSpPr/>
          <p:nvPr/>
        </p:nvSpPr>
        <p:spPr>
          <a:xfrm flipH="1">
            <a:off x="2245356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825C30-FD88-28AC-0D7E-70A017854B16}"/>
              </a:ext>
            </a:extLst>
          </p:cNvPr>
          <p:cNvSpPr txBox="1"/>
          <p:nvPr/>
        </p:nvSpPr>
        <p:spPr>
          <a:xfrm>
            <a:off x="627602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80295AE-A2C3-8829-6607-95E19615DFA4}"/>
              </a:ext>
            </a:extLst>
          </p:cNvPr>
          <p:cNvSpPr txBox="1"/>
          <p:nvPr/>
        </p:nvSpPr>
        <p:spPr>
          <a:xfrm>
            <a:off x="794895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A39463A-0837-73A9-D0F6-1AAF335054C0}"/>
              </a:ext>
            </a:extLst>
          </p:cNvPr>
          <p:cNvCxnSpPr>
            <a:cxnSpLocks/>
          </p:cNvCxnSpPr>
          <p:nvPr/>
        </p:nvCxnSpPr>
        <p:spPr>
          <a:xfrm>
            <a:off x="1416480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8FA30CB-4B1A-ACB6-FCBD-263E75353D11}"/>
              </a:ext>
            </a:extLst>
          </p:cNvPr>
          <p:cNvCxnSpPr>
            <a:cxnSpLocks/>
          </p:cNvCxnSpPr>
          <p:nvPr/>
        </p:nvCxnSpPr>
        <p:spPr>
          <a:xfrm>
            <a:off x="6205658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3AA20202-D993-9510-688A-0FA994970222}"/>
              </a:ext>
            </a:extLst>
          </p:cNvPr>
          <p:cNvSpPr/>
          <p:nvPr/>
        </p:nvSpPr>
        <p:spPr>
          <a:xfrm>
            <a:off x="6860226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395D325-7C6D-0FE6-A101-AC87A875EDC9}"/>
              </a:ext>
            </a:extLst>
          </p:cNvPr>
          <p:cNvCxnSpPr>
            <a:cxnSpLocks/>
          </p:cNvCxnSpPr>
          <p:nvPr/>
        </p:nvCxnSpPr>
        <p:spPr>
          <a:xfrm>
            <a:off x="686567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B7C8C19-19EC-6055-040E-4CE6E281F898}"/>
              </a:ext>
            </a:extLst>
          </p:cNvPr>
          <p:cNvCxnSpPr>
            <a:cxnSpLocks/>
          </p:cNvCxnSpPr>
          <p:nvPr/>
        </p:nvCxnSpPr>
        <p:spPr>
          <a:xfrm>
            <a:off x="685208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C435935-4FD4-C1E5-ED42-A9E1E52CC7C1}"/>
              </a:ext>
            </a:extLst>
          </p:cNvPr>
          <p:cNvCxnSpPr>
            <a:cxnSpLocks/>
          </p:cNvCxnSpPr>
          <p:nvPr/>
        </p:nvCxnSpPr>
        <p:spPr>
          <a:xfrm>
            <a:off x="775218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9AA16EB-1B25-A1D6-E180-7B97C0568395}"/>
                  </a:ext>
                </a:extLst>
              </p:cNvPr>
              <p:cNvSpPr txBox="1"/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9AA16EB-1B25-A1D6-E180-7B97C0568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A6B0B74E-1C56-7F7D-D80C-07ABF758BC2A}"/>
              </a:ext>
            </a:extLst>
          </p:cNvPr>
          <p:cNvSpPr txBox="1"/>
          <p:nvPr/>
        </p:nvSpPr>
        <p:spPr>
          <a:xfrm>
            <a:off x="693088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E62C7C3-F2B4-2685-47B9-492FB187BCED}"/>
              </a:ext>
            </a:extLst>
          </p:cNvPr>
          <p:cNvSpPr/>
          <p:nvPr/>
        </p:nvSpPr>
        <p:spPr>
          <a:xfrm>
            <a:off x="5576714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E86E80-6561-6990-E2B8-611B321D4BE6}"/>
              </a:ext>
            </a:extLst>
          </p:cNvPr>
          <p:cNvSpPr txBox="1"/>
          <p:nvPr/>
        </p:nvSpPr>
        <p:spPr>
          <a:xfrm>
            <a:off x="696009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DF6B3A-941E-EBB6-7A91-FBE0D07DDA08}"/>
              </a:ext>
            </a:extLst>
          </p:cNvPr>
          <p:cNvSpPr txBox="1"/>
          <p:nvPr/>
        </p:nvSpPr>
        <p:spPr>
          <a:xfrm>
            <a:off x="5879977" y="1155775"/>
            <a:ext cx="2988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自由空间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势垒内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自由空间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0564F2-65DC-310C-ECAF-8EE9C2DAA619}"/>
              </a:ext>
            </a:extLst>
          </p:cNvPr>
          <p:cNvSpPr txBox="1"/>
          <p:nvPr/>
        </p:nvSpPr>
        <p:spPr>
          <a:xfrm>
            <a:off x="670806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301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7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12" dur="7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7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7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A5A51-288B-27D6-9CCB-59330A27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A4EE84F-7707-397F-29C2-B2836E09DC84}"/>
              </a:ext>
            </a:extLst>
          </p:cNvPr>
          <p:cNvCxnSpPr/>
          <p:nvPr/>
        </p:nvCxnSpPr>
        <p:spPr>
          <a:xfrm flipV="1">
            <a:off x="685208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7C580C2-B352-C176-DDE5-65E028729A31}"/>
              </a:ext>
            </a:extLst>
          </p:cNvPr>
          <p:cNvCxnSpPr>
            <a:cxnSpLocks/>
          </p:cNvCxnSpPr>
          <p:nvPr/>
        </p:nvCxnSpPr>
        <p:spPr>
          <a:xfrm>
            <a:off x="1445822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F4D40B1C-6388-966D-7A4C-9526C47EBA07}"/>
              </a:ext>
            </a:extLst>
          </p:cNvPr>
          <p:cNvSpPr/>
          <p:nvPr/>
        </p:nvSpPr>
        <p:spPr>
          <a:xfrm>
            <a:off x="621925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7012E6F-EA6A-F872-084A-C322DA1CEAF2}"/>
              </a:ext>
            </a:extLst>
          </p:cNvPr>
          <p:cNvSpPr/>
          <p:nvPr/>
        </p:nvSpPr>
        <p:spPr>
          <a:xfrm>
            <a:off x="6153099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57B424F-9737-4EB7-EA23-68CBD17AFE1D}"/>
              </a:ext>
            </a:extLst>
          </p:cNvPr>
          <p:cNvSpPr/>
          <p:nvPr/>
        </p:nvSpPr>
        <p:spPr>
          <a:xfrm flipH="1">
            <a:off x="2245356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DD0E59-90EB-83AA-9136-FB99BB7325BB}"/>
              </a:ext>
            </a:extLst>
          </p:cNvPr>
          <p:cNvSpPr txBox="1"/>
          <p:nvPr/>
        </p:nvSpPr>
        <p:spPr>
          <a:xfrm>
            <a:off x="627602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06289D2-1B3B-7182-C169-313753187E84}"/>
              </a:ext>
            </a:extLst>
          </p:cNvPr>
          <p:cNvSpPr txBox="1"/>
          <p:nvPr/>
        </p:nvSpPr>
        <p:spPr>
          <a:xfrm>
            <a:off x="794895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8D7103-4711-8484-795B-1B8AC93BC7E6}"/>
              </a:ext>
            </a:extLst>
          </p:cNvPr>
          <p:cNvCxnSpPr>
            <a:cxnSpLocks/>
          </p:cNvCxnSpPr>
          <p:nvPr/>
        </p:nvCxnSpPr>
        <p:spPr>
          <a:xfrm>
            <a:off x="1416480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D26D64A-4054-E021-4D6C-A7CDC1B55CB8}"/>
              </a:ext>
            </a:extLst>
          </p:cNvPr>
          <p:cNvCxnSpPr>
            <a:cxnSpLocks/>
          </p:cNvCxnSpPr>
          <p:nvPr/>
        </p:nvCxnSpPr>
        <p:spPr>
          <a:xfrm>
            <a:off x="6205658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C0A304D1-25E1-AB2B-2C1A-F0F296D1AB8D}"/>
              </a:ext>
            </a:extLst>
          </p:cNvPr>
          <p:cNvSpPr/>
          <p:nvPr/>
        </p:nvSpPr>
        <p:spPr>
          <a:xfrm>
            <a:off x="6860226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5E686A9-7ADE-1010-C01F-170B76485C63}"/>
              </a:ext>
            </a:extLst>
          </p:cNvPr>
          <p:cNvCxnSpPr>
            <a:cxnSpLocks/>
          </p:cNvCxnSpPr>
          <p:nvPr/>
        </p:nvCxnSpPr>
        <p:spPr>
          <a:xfrm>
            <a:off x="686567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2D0A7FA-1F8B-CD06-9661-6695342944E2}"/>
              </a:ext>
            </a:extLst>
          </p:cNvPr>
          <p:cNvCxnSpPr>
            <a:cxnSpLocks/>
          </p:cNvCxnSpPr>
          <p:nvPr/>
        </p:nvCxnSpPr>
        <p:spPr>
          <a:xfrm>
            <a:off x="685208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EDC32F9-1EA9-2D2D-4C08-F8D7D609BA70}"/>
              </a:ext>
            </a:extLst>
          </p:cNvPr>
          <p:cNvCxnSpPr>
            <a:cxnSpLocks/>
          </p:cNvCxnSpPr>
          <p:nvPr/>
        </p:nvCxnSpPr>
        <p:spPr>
          <a:xfrm>
            <a:off x="775218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6D45DB1-3B14-A496-297B-4EBFC5904DE4}"/>
                  </a:ext>
                </a:extLst>
              </p:cNvPr>
              <p:cNvSpPr txBox="1"/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6D45DB1-3B14-A496-297B-4EBFC5904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953BA240-79F7-1B95-C20D-E33AA3BFF758}"/>
              </a:ext>
            </a:extLst>
          </p:cNvPr>
          <p:cNvSpPr txBox="1"/>
          <p:nvPr/>
        </p:nvSpPr>
        <p:spPr>
          <a:xfrm>
            <a:off x="693088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46128C5-02AE-3955-50E1-55BBE5BA33C1}"/>
              </a:ext>
            </a:extLst>
          </p:cNvPr>
          <p:cNvSpPr/>
          <p:nvPr/>
        </p:nvSpPr>
        <p:spPr>
          <a:xfrm>
            <a:off x="5576714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5808C8-23AC-B277-19EF-224F38B0E5AA}"/>
              </a:ext>
            </a:extLst>
          </p:cNvPr>
          <p:cNvSpPr/>
          <p:nvPr/>
        </p:nvSpPr>
        <p:spPr>
          <a:xfrm>
            <a:off x="6852083" y="1900826"/>
            <a:ext cx="917489" cy="1874698"/>
          </a:xfrm>
          <a:prstGeom prst="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247AC9-D374-D1E8-633A-212B3E3025A6}"/>
              </a:ext>
            </a:extLst>
          </p:cNvPr>
          <p:cNvSpPr txBox="1"/>
          <p:nvPr/>
        </p:nvSpPr>
        <p:spPr>
          <a:xfrm>
            <a:off x="696009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C42A09-91A6-BF32-0118-BD6F2FB7060B}"/>
              </a:ext>
            </a:extLst>
          </p:cNvPr>
          <p:cNvSpPr txBox="1"/>
          <p:nvPr/>
        </p:nvSpPr>
        <p:spPr>
          <a:xfrm>
            <a:off x="5879977" y="1155775"/>
            <a:ext cx="2988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自由空间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势垒内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自由空间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6DCDE8-6565-B331-CDCF-190111497E13}"/>
              </a:ext>
            </a:extLst>
          </p:cNvPr>
          <p:cNvSpPr txBox="1"/>
          <p:nvPr/>
        </p:nvSpPr>
        <p:spPr>
          <a:xfrm>
            <a:off x="670806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747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0E2CA-17DD-9E63-6041-98A74DAF0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50AFC07-B599-7C38-0D50-C2B489D10D1B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1C2A7D1-587A-64B4-2F23-8A6981FFD938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0DA1385-7341-9985-4828-522909D6ACE9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9F5D4F6-29A2-64C9-5D04-CDB02B45524F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4D5A23F-C282-9DFA-2B9E-2E12D826300D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789E02-BDFC-3E78-64B1-3B5817645018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A20EDE-4584-CA5E-9F97-62AD9C31ECF4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AC9736B-2A6A-7104-DBA2-6D4A127602A1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069A5F0-F06D-E448-81B0-9DE0CC3458C3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69C84662-6018-1B80-B0A9-5407D98028AC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D0AFDDF-DFAB-61DB-E26C-1776C8228FAE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4EBB7C2-9BC7-2B76-B29E-FE069B5891DA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798745E-5292-25BA-F6FF-DB7A72B956C7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70AB5B5-A1C5-7540-D427-33AF987786AA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70AB5B5-A1C5-7540-D427-33AF98778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BB74997C-85A2-39B6-E94E-C226BDF001AD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CCA5EF0-B971-CDC3-1ADB-6C7BD6E41814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6AD66E-8A39-F361-6BD6-381A2EFA23D4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8590BC2-2254-93E9-3B4A-907514690C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60684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EEE016E-C15B-759C-F416-FCAB4E7B98F2}"/>
              </a:ext>
            </a:extLst>
          </p:cNvPr>
          <p:cNvSpPr/>
          <p:nvPr/>
        </p:nvSpPr>
        <p:spPr>
          <a:xfrm>
            <a:off x="-328267" y="2401719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4F83033-90F4-A207-6813-8287C8065D7E}"/>
              </a:ext>
            </a:extLst>
          </p:cNvPr>
          <p:cNvCxnSpPr>
            <a:cxnSpLocks/>
          </p:cNvCxnSpPr>
          <p:nvPr/>
        </p:nvCxnSpPr>
        <p:spPr>
          <a:xfrm flipV="1">
            <a:off x="119336" y="4088237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3517FB4-BA1D-A506-FFF0-9A2968CFB505}"/>
              </a:ext>
            </a:extLst>
          </p:cNvPr>
          <p:cNvSpPr txBox="1"/>
          <p:nvPr/>
        </p:nvSpPr>
        <p:spPr>
          <a:xfrm>
            <a:off x="155340" y="3717032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002FFA3-86F1-AF15-DB12-7D59F9C920BB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6A10F65-1045-EA02-257B-7208F830445A}"/>
              </a:ext>
            </a:extLst>
          </p:cNvPr>
          <p:cNvCxnSpPr>
            <a:cxnSpLocks/>
          </p:cNvCxnSpPr>
          <p:nvPr/>
        </p:nvCxnSpPr>
        <p:spPr>
          <a:xfrm>
            <a:off x="-1824880" y="4357968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4795AB0-0D72-FC88-4CC7-F2BB513DBA42}"/>
              </a:ext>
            </a:extLst>
          </p:cNvPr>
          <p:cNvCxnSpPr>
            <a:cxnSpLocks/>
          </p:cNvCxnSpPr>
          <p:nvPr/>
        </p:nvCxnSpPr>
        <p:spPr>
          <a:xfrm flipV="1">
            <a:off x="4610262" y="2420888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C6362945-002D-B6D2-A177-38A7BC7CEF42}"/>
                  </a:ext>
                </a:extLst>
              </p:cNvPr>
              <p:cNvSpPr txBox="1"/>
              <p:nvPr/>
            </p:nvSpPr>
            <p:spPr>
              <a:xfrm>
                <a:off x="4583832" y="3265005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C6362945-002D-B6D2-A177-38A7BC7CE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3265005"/>
                <a:ext cx="432048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椭圆 9">
            <a:extLst>
              <a:ext uri="{FF2B5EF4-FFF2-40B4-BE49-F238E27FC236}">
                <a16:creationId xmlns:a16="http://schemas.microsoft.com/office/drawing/2014/main" id="{F492F45E-5427-5EF8-E7EF-6C56655C045A}"/>
              </a:ext>
            </a:extLst>
          </p:cNvPr>
          <p:cNvSpPr>
            <a:spLocks noChangeAspect="1"/>
          </p:cNvSpPr>
          <p:nvPr/>
        </p:nvSpPr>
        <p:spPr>
          <a:xfrm>
            <a:off x="158512" y="4206210"/>
            <a:ext cx="247558" cy="2475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794CCEB-3766-D490-79A1-DD2C2F9EE5F9}"/>
              </a:ext>
            </a:extLst>
          </p:cNvPr>
          <p:cNvCxnSpPr>
            <a:cxnSpLocks/>
          </p:cNvCxnSpPr>
          <p:nvPr/>
        </p:nvCxnSpPr>
        <p:spPr>
          <a:xfrm flipV="1">
            <a:off x="5051884" y="2170278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BB73387-0E4F-E73C-EBCE-C0B6E414BCDD}"/>
              </a:ext>
            </a:extLst>
          </p:cNvPr>
          <p:cNvSpPr txBox="1"/>
          <p:nvPr/>
        </p:nvSpPr>
        <p:spPr>
          <a:xfrm>
            <a:off x="4992397" y="1835404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A4F04A-A5AC-01F9-A7CC-6FE0C552E7C2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487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0.00023 C 0.05911 -1.48148E-6 0.15156 0.01389 0.17851 -0.02592 C 0.20547 -0.06597 0.24765 -0.25162 0.28802 -0.26481 C 0.36093 -0.28518 0.39856 -0.28171 0.47877 -0.28079 " pathEditMode="relative" rAng="0" ptsTypes="AAAA">
                                      <p:cBhvr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32" y="-1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6" grpId="0"/>
      <p:bldP spid="10" grpId="0" animBg="1"/>
      <p:bldP spid="10" grpId="1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794F-DBAD-223A-4218-D6D83F25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60028DA-43E8-A2A4-1491-F6673A192C76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F0E6F6E-DE7D-F478-AEFD-0BAB63C97271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6C940C78-31E5-E91E-A28A-A0CAC9959471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F3626B2-519E-AECD-FF1A-B134FA327049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D4B592B-62D9-883D-C8D1-1EEA64440BAD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4D588E-36CE-0057-965D-5C18AD9E36BD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D6D259-FD45-D3A6-2A13-E95A6FB635C1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42B7BAF-1F3E-D760-C9CD-F8831D5C1A05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1D646FA-459B-72AD-7648-F23CBE959F51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08902280-67D9-1F5F-9CE9-3AD602D241F4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DF9B96D-8BC9-FDE5-F71B-F6E1DB7A3DEF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3B83BF9-F7AA-E6F7-430D-59C027A28B7B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D5BA710-FE25-8733-DD70-CA0DD69AD1E0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8D5BC39-2EBA-811C-72CB-5433CB1B686E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8D5BC39-2EBA-811C-72CB-5433CB1B6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4B7CB451-01E4-F7C9-EE35-72385869C8FA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C27AA7-6C1D-9E87-EAA5-577FBB7D098F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A83531-FC78-B4F3-12F9-9AE88886A2E7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AFC8F21-9936-CB94-98B3-CA26229A71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60684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3AB2C204-8347-7B2E-44AA-00BFEDAEF692}"/>
              </a:ext>
            </a:extLst>
          </p:cNvPr>
          <p:cNvSpPr/>
          <p:nvPr/>
        </p:nvSpPr>
        <p:spPr>
          <a:xfrm>
            <a:off x="-32826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375B7B-6E57-AA7C-8104-342C68CFB78B}"/>
              </a:ext>
            </a:extLst>
          </p:cNvPr>
          <p:cNvSpPr txBox="1"/>
          <p:nvPr/>
        </p:nvSpPr>
        <p:spPr>
          <a:xfrm>
            <a:off x="15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9339F0C-C1EA-0461-1B3A-14399B88DD6B}"/>
                  </a:ext>
                </a:extLst>
              </p:cNvPr>
              <p:cNvSpPr txBox="1"/>
              <p:nvPr/>
            </p:nvSpPr>
            <p:spPr>
              <a:xfrm>
                <a:off x="3467708" y="3905104"/>
                <a:ext cx="2043955" cy="315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i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zh-CN" altLang="zh-CN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9339F0C-C1EA-0461-1B3A-14399B88D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3905104"/>
                <a:ext cx="2043955" cy="315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CEE019-1937-ADD2-157C-E85C2C96C27B}"/>
                  </a:ext>
                </a:extLst>
              </p:cNvPr>
              <p:cNvSpPr txBox="1"/>
              <p:nvPr/>
            </p:nvSpPr>
            <p:spPr>
              <a:xfrm>
                <a:off x="3336537" y="3223053"/>
                <a:ext cx="2187410" cy="637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1200" i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CEE019-1937-ADD2-157C-E85C2C96C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537" y="3223053"/>
                <a:ext cx="2187410" cy="637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7447CF8-6604-EAE8-5777-C53C05538965}"/>
                  </a:ext>
                </a:extLst>
              </p:cNvPr>
              <p:cNvSpPr txBox="1"/>
              <p:nvPr/>
            </p:nvSpPr>
            <p:spPr>
              <a:xfrm>
                <a:off x="2747628" y="4312693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7447CF8-6604-EAE8-5777-C53C05538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628" y="4312693"/>
                <a:ext cx="2700300" cy="474041"/>
              </a:xfrm>
              <a:prstGeom prst="rect">
                <a:avLst/>
              </a:prstGeom>
              <a:blipFill>
                <a:blip r:embed="rId7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B249A16-DAF8-2A16-8A58-1D3F90F59EFA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231EA93-708B-747B-070E-02E8FA0B2030}"/>
              </a:ext>
            </a:extLst>
          </p:cNvPr>
          <p:cNvCxnSpPr>
            <a:cxnSpLocks/>
          </p:cNvCxnSpPr>
          <p:nvPr/>
        </p:nvCxnSpPr>
        <p:spPr>
          <a:xfrm>
            <a:off x="-182488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7FCE7A5-6625-DE8F-FA72-21638DF0EA9C}"/>
              </a:ext>
            </a:extLst>
          </p:cNvPr>
          <p:cNvCxnSpPr>
            <a:cxnSpLocks/>
          </p:cNvCxnSpPr>
          <p:nvPr/>
        </p:nvCxnSpPr>
        <p:spPr>
          <a:xfrm flipV="1">
            <a:off x="4610262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359D963-FA53-25EE-93A4-3CE30942181B}"/>
                  </a:ext>
                </a:extLst>
              </p:cNvPr>
              <p:cNvSpPr txBox="1"/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359D963-FA53-25EE-93A4-3CE309421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!!文本框 9">
                <a:extLst>
                  <a:ext uri="{FF2B5EF4-FFF2-40B4-BE49-F238E27FC236}">
                    <a16:creationId xmlns:a16="http://schemas.microsoft.com/office/drawing/2014/main" id="{C2315A3D-7244-86AB-828E-2D32692FA3CC}"/>
                  </a:ext>
                </a:extLst>
              </p:cNvPr>
              <p:cNvSpPr txBox="1"/>
              <p:nvPr/>
            </p:nvSpPr>
            <p:spPr>
              <a:xfrm>
                <a:off x="3503712" y="4312693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2" name="!!文本框 9">
                <a:extLst>
                  <a:ext uri="{FF2B5EF4-FFF2-40B4-BE49-F238E27FC236}">
                    <a16:creationId xmlns:a16="http://schemas.microsoft.com/office/drawing/2014/main" id="{C2315A3D-7244-86AB-828E-2D32692FA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4312693"/>
                <a:ext cx="2700300" cy="5204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E2A13D1-E412-44E2-DB3A-539E3313CD59}"/>
              </a:ext>
            </a:extLst>
          </p:cNvPr>
          <p:cNvCxnSpPr>
            <a:cxnSpLocks/>
          </p:cNvCxnSpPr>
          <p:nvPr/>
        </p:nvCxnSpPr>
        <p:spPr>
          <a:xfrm flipV="1">
            <a:off x="119336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2291E94-0BF7-5901-4CC5-3CA572ECE6EF}"/>
              </a:ext>
            </a:extLst>
          </p:cNvPr>
          <p:cNvCxnSpPr>
            <a:cxnSpLocks/>
          </p:cNvCxnSpPr>
          <p:nvPr/>
        </p:nvCxnSpPr>
        <p:spPr>
          <a:xfrm flipV="1">
            <a:off x="5051884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CC9D348-8698-D4A0-6B9C-2533A85132A4}"/>
              </a:ext>
            </a:extLst>
          </p:cNvPr>
          <p:cNvSpPr txBox="1"/>
          <p:nvPr/>
        </p:nvSpPr>
        <p:spPr>
          <a:xfrm>
            <a:off x="4992397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588FD9-BCDF-AA15-A34E-D70B936908DB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92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9" grpId="0"/>
      <p:bldP spid="30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7437E-3E64-F0E5-F880-296DECBB9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D36F3C4-222B-8D9B-2A15-18D4181441DA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04B2792-258C-4A95-1504-7C9FCE21F632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D613B17-1973-A837-140A-532ED652A0B1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AC6D5E1-BEA0-67A9-AE90-CF73A2F96132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C21615CA-E35F-3CCD-DDF7-02AE730F51FF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EA3207-7043-09A4-0FF9-CA6326CEC5A1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02A603-756F-27FB-1680-0464A15D09B2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3433E12-3613-C9AD-3839-ECE220A93D3E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73D76F7-34F8-060E-AEEC-B3B4C8A86093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EEA4E961-4C5D-223F-D352-0191D6C6CABE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298558C-CFE4-5050-E194-CE633793C28A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DECE755-1024-B67C-7211-C8B03FE19B0A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BBF474B-D312-C7AD-2041-F56C2CBCD119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2DDC470-81BC-65AC-433C-41070D0CA8C8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2DDC470-81BC-65AC-433C-41070D0CA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73A166EC-8003-B15C-AB3E-703155F6555F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949432B-C0B9-14F3-3E1E-BD2A642F310F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9DC36D-CBE2-5D0C-806B-C50C1B91C7F2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CD57395-E799-487A-4F8A-F4E03AD396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50855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205E51F8-64DD-A015-EDBC-3D9A678E7971}"/>
              </a:ext>
            </a:extLst>
          </p:cNvPr>
          <p:cNvSpPr/>
          <p:nvPr/>
        </p:nvSpPr>
        <p:spPr>
          <a:xfrm>
            <a:off x="-32826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BC50CE7-5B1C-3CF7-D047-EB00BA35DAB0}"/>
              </a:ext>
            </a:extLst>
          </p:cNvPr>
          <p:cNvSpPr txBox="1"/>
          <p:nvPr/>
        </p:nvSpPr>
        <p:spPr>
          <a:xfrm>
            <a:off x="15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7BAB0F7-E966-6C79-929A-A17784E4A14C}"/>
                  </a:ext>
                </a:extLst>
              </p:cNvPr>
              <p:cNvSpPr txBox="1"/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b="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7BAB0F7-E966-6C79-929A-A17784E4A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CBCF0CD-FB9C-A488-0B04-56A88BE1473F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FAC6CB2-BD8E-C372-5FAB-368CC1F0DCC9}"/>
              </a:ext>
            </a:extLst>
          </p:cNvPr>
          <p:cNvCxnSpPr>
            <a:cxnSpLocks/>
          </p:cNvCxnSpPr>
          <p:nvPr/>
        </p:nvCxnSpPr>
        <p:spPr>
          <a:xfrm>
            <a:off x="-182488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748D5C9-FAE5-5CF4-E314-571A47B4C79A}"/>
              </a:ext>
            </a:extLst>
          </p:cNvPr>
          <p:cNvCxnSpPr>
            <a:cxnSpLocks/>
          </p:cNvCxnSpPr>
          <p:nvPr/>
        </p:nvCxnSpPr>
        <p:spPr>
          <a:xfrm flipV="1">
            <a:off x="4610262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5F646EC-75BC-CD94-9749-B0D9949E17BB}"/>
                  </a:ext>
                </a:extLst>
              </p:cNvPr>
              <p:cNvSpPr txBox="1"/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5F646EC-75BC-CD94-9749-B0D9949E1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B3335161-6474-BE52-76CD-00CFE6639E08}"/>
              </a:ext>
            </a:extLst>
          </p:cNvPr>
          <p:cNvSpPr txBox="1"/>
          <p:nvPr/>
        </p:nvSpPr>
        <p:spPr>
          <a:xfrm>
            <a:off x="4992397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397C191-9FF0-597E-A845-887F6D9823DC}"/>
                  </a:ext>
                </a:extLst>
              </p:cNvPr>
              <p:cNvSpPr txBox="1"/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altLang="zh-CN" sz="1200" b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zh-CN" altLang="en-US" sz="1200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/2</m:t>
                      </m:r>
                      <m:r>
                        <a:rPr lang="zh-CN" altLang="en-US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397C191-9FF0-597E-A845-887F6D982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blipFill>
                <a:blip r:embed="rId7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29370D8-7142-8189-F4C3-CE6D23C9B8ED}"/>
                  </a:ext>
                </a:extLst>
              </p:cNvPr>
              <p:cNvSpPr txBox="1"/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29370D8-7142-8189-F4C3-CE6D23C9B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blipFill>
                <a:blip r:embed="rId8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6B156F-66A8-4EC9-259E-E8E834EDDF87}"/>
                  </a:ext>
                </a:extLst>
              </p:cNvPr>
              <p:cNvSpPr txBox="1"/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6B156F-66A8-4EC9-259E-E8E834EDD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278904E2-BF46-EFE5-3F87-85F03A22447D}"/>
                  </a:ext>
                </a:extLst>
              </p:cNvPr>
              <p:cNvSpPr txBox="1"/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278904E2-BF46-EFE5-3F87-85F03A224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!!1">
                <a:extLst>
                  <a:ext uri="{FF2B5EF4-FFF2-40B4-BE49-F238E27FC236}">
                    <a16:creationId xmlns:a16="http://schemas.microsoft.com/office/drawing/2014/main" id="{D8DEEB6B-9B15-C3AD-BFF3-9950D1D0136B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7" name="!!1">
                <a:extLst>
                  <a:ext uri="{FF2B5EF4-FFF2-40B4-BE49-F238E27FC236}">
                    <a16:creationId xmlns:a16="http://schemas.microsoft.com/office/drawing/2014/main" id="{D8DEEB6B-9B15-C3AD-BFF3-9950D1D01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!!2">
                <a:extLst>
                  <a:ext uri="{FF2B5EF4-FFF2-40B4-BE49-F238E27FC236}">
                    <a16:creationId xmlns:a16="http://schemas.microsoft.com/office/drawing/2014/main" id="{3A06C56C-58B1-5AD4-7399-3F3E31747B66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8" name="!!2">
                <a:extLst>
                  <a:ext uri="{FF2B5EF4-FFF2-40B4-BE49-F238E27FC236}">
                    <a16:creationId xmlns:a16="http://schemas.microsoft.com/office/drawing/2014/main" id="{3A06C56C-58B1-5AD4-7399-3F3E31747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8F098ED2-DF74-CEE8-51C9-6CB01AD95F6F}"/>
                  </a:ext>
                </a:extLst>
              </p:cNvPr>
              <p:cNvSpPr txBox="1"/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zh-CN" sz="1200" dirty="0"/>
              </a:p>
            </p:txBody>
          </p:sp>
        </mc:Choice>
        <mc:Fallback xmlns="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8F098ED2-DF74-CEE8-51C9-6CB01AD95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blipFill>
                <a:blip r:embed="rId1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81C8831-921C-1B1C-4759-3BCBB00FB0F9}"/>
              </a:ext>
            </a:extLst>
          </p:cNvPr>
          <p:cNvCxnSpPr>
            <a:cxnSpLocks/>
          </p:cNvCxnSpPr>
          <p:nvPr/>
        </p:nvCxnSpPr>
        <p:spPr>
          <a:xfrm flipV="1">
            <a:off x="119336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2F37C10-C7E0-7F8A-B444-FB43104A6D5B}"/>
              </a:ext>
            </a:extLst>
          </p:cNvPr>
          <p:cNvCxnSpPr>
            <a:cxnSpLocks/>
          </p:cNvCxnSpPr>
          <p:nvPr/>
        </p:nvCxnSpPr>
        <p:spPr>
          <a:xfrm flipV="1">
            <a:off x="5051884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06BB573-0451-6F70-CD8B-4F8E42729CD5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141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8" grpId="0"/>
      <p:bldP spid="31" grpId="0"/>
      <p:bldP spid="37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6F56-EDDF-EA9D-A5BA-0D8B259D7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59DB3F2-2706-107A-AA9F-F21D6D620C4B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EAF39ED-DE7E-2F1F-BACE-64889DA2FA0F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B6233ED-AE66-ADEF-355C-2511CC8C3073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4CD2FB1-247A-F895-E992-79E9F5B441BE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86E43E5-CBF4-0E29-8E77-5B642A6E250A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230E8F-EA15-44D1-6877-D93FCBD6774F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51D4B9-0F74-D18F-9668-CE2E50D64A8C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4D75C53-7906-7E6D-B57B-7C7740A862B6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EBE004B-F763-60E6-AF97-0E9CA7165495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3FBD10DA-BD13-8B78-D38F-4A940CA9449A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8415C6B-CADA-1698-6F86-3D7954E87AA1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1E6ED2B-473F-15AC-5C50-ACA9446331DB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3D2EC20-BF31-096A-AA31-A706449C151E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5A55E1C-3AD1-2B89-5548-4BC06A77901F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5A55E1C-3AD1-2B89-5548-4BC06A779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53D6B007-5517-4A9D-7BCE-190DFFDFF8D1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FEB8589-6B8F-1F15-E4DB-8F86B98215AA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F291AD-32DC-7FEB-A0C1-8A68B8085FC1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6F7E0EB-65E9-789F-8A2F-790534E8CE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50855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488BC9CA-B669-A036-67D9-E463AE93F7CE}"/>
              </a:ext>
            </a:extLst>
          </p:cNvPr>
          <p:cNvSpPr/>
          <p:nvPr/>
        </p:nvSpPr>
        <p:spPr>
          <a:xfrm>
            <a:off x="-32826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59ACCE9-EB52-4469-624D-D2C91AA90856}"/>
              </a:ext>
            </a:extLst>
          </p:cNvPr>
          <p:cNvSpPr txBox="1"/>
          <p:nvPr/>
        </p:nvSpPr>
        <p:spPr>
          <a:xfrm>
            <a:off x="15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8122BAE-EFDD-8266-E913-BD52852D0389}"/>
                  </a:ext>
                </a:extLst>
              </p:cNvPr>
              <p:cNvSpPr txBox="1"/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b="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8122BAE-EFDD-8266-E913-BD52852D0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09CDD65-9424-110A-D5FA-4D6ED7E36909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B170D71-6326-4B1E-D2F4-73A68F8A8E5A}"/>
              </a:ext>
            </a:extLst>
          </p:cNvPr>
          <p:cNvCxnSpPr>
            <a:cxnSpLocks/>
          </p:cNvCxnSpPr>
          <p:nvPr/>
        </p:nvCxnSpPr>
        <p:spPr>
          <a:xfrm>
            <a:off x="-182488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E51A53F-BE2E-F305-0EE0-01F598779D0C}"/>
              </a:ext>
            </a:extLst>
          </p:cNvPr>
          <p:cNvCxnSpPr>
            <a:cxnSpLocks/>
          </p:cNvCxnSpPr>
          <p:nvPr/>
        </p:nvCxnSpPr>
        <p:spPr>
          <a:xfrm flipV="1">
            <a:off x="4610262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574365F-9B30-D2E7-99AF-91D475FA27B1}"/>
                  </a:ext>
                </a:extLst>
              </p:cNvPr>
              <p:cNvSpPr txBox="1"/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574365F-9B30-D2E7-99AF-91D475FA2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0143B660-B63D-113F-5F74-67918B071FF7}"/>
              </a:ext>
            </a:extLst>
          </p:cNvPr>
          <p:cNvSpPr txBox="1"/>
          <p:nvPr/>
        </p:nvSpPr>
        <p:spPr>
          <a:xfrm>
            <a:off x="4992397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8C54B9E-7E14-3081-59DF-AD7EB046CABA}"/>
                  </a:ext>
                </a:extLst>
              </p:cNvPr>
              <p:cNvSpPr txBox="1"/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altLang="zh-CN" sz="1200" b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zh-CN" altLang="en-US" sz="1200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/2</m:t>
                      </m:r>
                      <m:r>
                        <a:rPr lang="zh-CN" altLang="en-US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8C54B9E-7E14-3081-59DF-AD7EB046C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blipFill>
                <a:blip r:embed="rId7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64DF47A-23BC-FB0D-89CD-F1837CFC735A}"/>
                  </a:ext>
                </a:extLst>
              </p:cNvPr>
              <p:cNvSpPr txBox="1"/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64DF47A-23BC-FB0D-89CD-F1837CFC7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BB5A3539-ACDF-797C-500D-E26C59DE2D99}"/>
                  </a:ext>
                </a:extLst>
              </p:cNvPr>
              <p:cNvSpPr txBox="1"/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BB5A3539-ACDF-797C-500D-E26C59DE2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DEEB5D1B-1F43-869C-CD5F-726448FED812}"/>
                  </a:ext>
                </a:extLst>
              </p:cNvPr>
              <p:cNvSpPr txBox="1"/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zh-CN" sz="1200" dirty="0"/>
              </a:p>
            </p:txBody>
          </p:sp>
        </mc:Choice>
        <mc:Fallback xmlns="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DEEB5D1B-1F43-869C-CD5F-726448FED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E479607D-E951-17B2-0A31-0C09310C6D01}"/>
                  </a:ext>
                </a:extLst>
              </p:cNvPr>
              <p:cNvSpPr txBox="1"/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E479607D-E951-17B2-0A31-0C09310C6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blipFill>
                <a:blip r:embed="rId12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D4AF28B1-9702-8072-44A9-882010B3C553}"/>
                  </a:ext>
                </a:extLst>
              </p:cNvPr>
              <p:cNvSpPr txBox="1"/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D4AF28B1-9702-8072-44A9-882010B3C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blipFill>
                <a:blip r:embed="rId1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53AA480-BF18-2BD5-CF43-85A19FD7F8EA}"/>
                  </a:ext>
                </a:extLst>
              </p:cNvPr>
              <p:cNvSpPr txBox="1"/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53AA480-BF18-2BD5-CF43-85A19FD7F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blipFill>
                <a:blip r:embed="rId16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1">
                <a:extLst>
                  <a:ext uri="{FF2B5EF4-FFF2-40B4-BE49-F238E27FC236}">
                    <a16:creationId xmlns:a16="http://schemas.microsoft.com/office/drawing/2014/main" id="{BD865F58-572E-2A01-4941-13756E6DF82C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1" name="1">
                <a:extLst>
                  <a:ext uri="{FF2B5EF4-FFF2-40B4-BE49-F238E27FC236}">
                    <a16:creationId xmlns:a16="http://schemas.microsoft.com/office/drawing/2014/main" id="{BD865F58-572E-2A01-4941-13756E6D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2">
                <a:extLst>
                  <a:ext uri="{FF2B5EF4-FFF2-40B4-BE49-F238E27FC236}">
                    <a16:creationId xmlns:a16="http://schemas.microsoft.com/office/drawing/2014/main" id="{EEA79183-10B6-55BC-4E0C-0128928DF174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0" name="2">
                <a:extLst>
                  <a:ext uri="{FF2B5EF4-FFF2-40B4-BE49-F238E27FC236}">
                    <a16:creationId xmlns:a16="http://schemas.microsoft.com/office/drawing/2014/main" id="{EEA79183-10B6-55BC-4E0C-0128928DF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BFD0AE7-7090-64D0-0735-091B067B755E}"/>
              </a:ext>
            </a:extLst>
          </p:cNvPr>
          <p:cNvCxnSpPr>
            <a:cxnSpLocks/>
          </p:cNvCxnSpPr>
          <p:nvPr/>
        </p:nvCxnSpPr>
        <p:spPr>
          <a:xfrm flipV="1">
            <a:off x="119336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7263989-219D-3987-5754-7B294C09F615}"/>
              </a:ext>
            </a:extLst>
          </p:cNvPr>
          <p:cNvCxnSpPr>
            <a:cxnSpLocks/>
          </p:cNvCxnSpPr>
          <p:nvPr/>
        </p:nvCxnSpPr>
        <p:spPr>
          <a:xfrm flipV="1">
            <a:off x="5051884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11">
            <a:extLst>
              <a:ext uri="{FF2B5EF4-FFF2-40B4-BE49-F238E27FC236}">
                <a16:creationId xmlns:a16="http://schemas.microsoft.com/office/drawing/2014/main" id="{8EFD7E53-D1E3-C9C0-06BB-BD9A2603E071}"/>
              </a:ext>
            </a:extLst>
          </p:cNvPr>
          <p:cNvSpPr txBox="1"/>
          <p:nvPr/>
        </p:nvSpPr>
        <p:spPr>
          <a:xfrm>
            <a:off x="10380476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无左行波，只有透射波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1" name="111">
            <a:extLst>
              <a:ext uri="{FF2B5EF4-FFF2-40B4-BE49-F238E27FC236}">
                <a16:creationId xmlns:a16="http://schemas.microsoft.com/office/drawing/2014/main" id="{BDD7456A-4F6B-2880-4823-93969ECAF871}"/>
              </a:ext>
            </a:extLst>
          </p:cNvPr>
          <p:cNvSpPr txBox="1"/>
          <p:nvPr/>
        </p:nvSpPr>
        <p:spPr>
          <a:xfrm>
            <a:off x="7212124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一进一出：入射波 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8F1CEED-7600-EBC5-8E1C-A46D85046336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573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DB21-A7F3-94C5-A20C-ACB58C38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D448AD9-D462-982A-038E-D50BAB428F4B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8084410-9ED2-CC86-0414-198A2F7F5BBB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8868181-E67D-1F64-6354-D28330E79B37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CF0855A-8A01-F67D-AC8C-4519B295F722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0E40796-D63C-A799-57E1-0F6BA280DC5B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2DDCDF-DA4F-C0DD-CFE5-748E7AB1F83F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8AFDDB-6BBB-DC08-4DDE-242BD0741E9D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74C95AD-EE8F-5004-90CE-CF2AC0FE6EF3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991E72B-A40B-336D-662D-8A27B8BD407B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3533E1A-59C8-97B6-51C8-016D093440F1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ABDF706-AC00-481F-B6B3-8FB89B6AB36D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E98424-69B0-7447-5496-A05CB9BCCC0B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9190A30-2ACA-0349-387F-666454B5F4F2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186C846F-9817-642C-2D7E-75CEEAE0DE03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2A0B4D9-C2E8-C9C7-F628-8A7B94861C83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D112A3-B8B3-352F-B06D-0A1D7148E2E6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346EB99-A520-F860-08BB-3567CAC8C9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50855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F2133D4-992B-C2E6-A285-202502AC8836}"/>
              </a:ext>
            </a:extLst>
          </p:cNvPr>
          <p:cNvSpPr/>
          <p:nvPr/>
        </p:nvSpPr>
        <p:spPr>
          <a:xfrm>
            <a:off x="-32826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5FB91E-0B71-0A5A-7E5D-2E657DE1D099}"/>
              </a:ext>
            </a:extLst>
          </p:cNvPr>
          <p:cNvSpPr txBox="1"/>
          <p:nvPr/>
        </p:nvSpPr>
        <p:spPr>
          <a:xfrm>
            <a:off x="15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/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b="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B66B571-9C09-C217-11C7-DCBFD88FC64F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0573E7C-3B6B-A4AD-8327-F2B7DA338A7F}"/>
              </a:ext>
            </a:extLst>
          </p:cNvPr>
          <p:cNvCxnSpPr>
            <a:cxnSpLocks/>
          </p:cNvCxnSpPr>
          <p:nvPr/>
        </p:nvCxnSpPr>
        <p:spPr>
          <a:xfrm>
            <a:off x="-182488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DEC7CD1-29CE-26F8-812B-94A6F7AEDDCC}"/>
              </a:ext>
            </a:extLst>
          </p:cNvPr>
          <p:cNvCxnSpPr>
            <a:cxnSpLocks/>
          </p:cNvCxnSpPr>
          <p:nvPr/>
        </p:nvCxnSpPr>
        <p:spPr>
          <a:xfrm flipV="1">
            <a:off x="4610262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/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2C486C3E-6E99-B4EB-5DC2-B11EC824C234}"/>
              </a:ext>
            </a:extLst>
          </p:cNvPr>
          <p:cNvSpPr txBox="1"/>
          <p:nvPr/>
        </p:nvSpPr>
        <p:spPr>
          <a:xfrm>
            <a:off x="4992397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9DAB80-AA77-797B-B200-73F8C4A73195}"/>
                  </a:ext>
                </a:extLst>
              </p:cNvPr>
              <p:cNvSpPr txBox="1"/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altLang="zh-CN" sz="1200" b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zh-CN" sz="12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zh-CN" altLang="en-US" sz="12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2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200" b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/2</m:t>
                      </m:r>
                      <m:r>
                        <a:rPr lang="zh-CN" altLang="en-US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9DAB80-AA77-797B-B200-73F8C4A73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blipFill>
                <a:blip r:embed="rId7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4221BDC-9F00-5ACC-13F7-8FF9C60B7D68}"/>
                  </a:ext>
                </a:extLst>
              </p:cNvPr>
              <p:cNvSpPr txBox="1"/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CN" altLang="en-US" sz="1200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2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200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zh-CN" altLang="en-US" sz="120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4221BDC-9F00-5ACC-13F7-8FF9C60B7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blipFill>
                <a:blip r:embed="rId8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/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/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1">
                <a:extLst>
                  <a:ext uri="{FF2B5EF4-FFF2-40B4-BE49-F238E27FC236}">
                    <a16:creationId xmlns:a16="http://schemas.microsoft.com/office/drawing/2014/main" id="{7A4CFCDF-A0EC-AA1A-0A79-1FAED1F91E6D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1">
                <a:extLst>
                  <a:ext uri="{FF2B5EF4-FFF2-40B4-BE49-F238E27FC236}">
                    <a16:creationId xmlns:a16="http://schemas.microsoft.com/office/drawing/2014/main" id="{7A4CFCDF-A0EC-AA1A-0A79-1FAED1F91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2">
                <a:extLst>
                  <a:ext uri="{FF2B5EF4-FFF2-40B4-BE49-F238E27FC236}">
                    <a16:creationId xmlns:a16="http://schemas.microsoft.com/office/drawing/2014/main" id="{E251D3CF-C1EE-12B9-B94B-86F4EB191509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2">
                <a:extLst>
                  <a:ext uri="{FF2B5EF4-FFF2-40B4-BE49-F238E27FC236}">
                    <a16:creationId xmlns:a16="http://schemas.microsoft.com/office/drawing/2014/main" id="{E251D3CF-C1EE-12B9-B94B-86F4EB191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/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blipFill>
                <a:blip r:embed="rId1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/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blipFill>
                <a:blip r:embed="rId14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/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2FD10F78-DF1F-8CDC-DBC4-3ECD80942308}"/>
              </a:ext>
            </a:extLst>
          </p:cNvPr>
          <p:cNvSpPr txBox="1"/>
          <p:nvPr/>
        </p:nvSpPr>
        <p:spPr>
          <a:xfrm>
            <a:off x="5411924" y="575264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&lt;0</a:t>
            </a:r>
            <a:endParaRPr lang="en-US" altLang="zh-CN" baseline="-25000" dirty="0">
              <a:solidFill>
                <a:srgbClr val="C0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FA22D6C-8F47-B399-0C95-15714EED45FD}"/>
              </a:ext>
            </a:extLst>
          </p:cNvPr>
          <p:cNvCxnSpPr>
            <a:cxnSpLocks/>
          </p:cNvCxnSpPr>
          <p:nvPr/>
        </p:nvCxnSpPr>
        <p:spPr>
          <a:xfrm flipV="1">
            <a:off x="119336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49DC63B-5BA4-34D3-9CA3-5AF7C95C0880}"/>
              </a:ext>
            </a:extLst>
          </p:cNvPr>
          <p:cNvCxnSpPr>
            <a:cxnSpLocks/>
          </p:cNvCxnSpPr>
          <p:nvPr/>
        </p:nvCxnSpPr>
        <p:spPr>
          <a:xfrm flipV="1">
            <a:off x="5051884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111">
            <a:extLst>
              <a:ext uri="{FF2B5EF4-FFF2-40B4-BE49-F238E27FC236}">
                <a16:creationId xmlns:a16="http://schemas.microsoft.com/office/drawing/2014/main" id="{9BADA003-8C45-A85F-06CF-4833FFA5A2E3}"/>
              </a:ext>
            </a:extLst>
          </p:cNvPr>
          <p:cNvSpPr txBox="1"/>
          <p:nvPr/>
        </p:nvSpPr>
        <p:spPr>
          <a:xfrm>
            <a:off x="10380476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无左行波，只有透射波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6" name="111">
            <a:extLst>
              <a:ext uri="{FF2B5EF4-FFF2-40B4-BE49-F238E27FC236}">
                <a16:creationId xmlns:a16="http://schemas.microsoft.com/office/drawing/2014/main" id="{0D65A8A9-76C3-FA7F-5BA6-84E21CEDA06E}"/>
              </a:ext>
            </a:extLst>
          </p:cNvPr>
          <p:cNvSpPr txBox="1"/>
          <p:nvPr/>
        </p:nvSpPr>
        <p:spPr>
          <a:xfrm>
            <a:off x="7212124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一进一出：入射波 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ABA1FD-2CBC-9811-0758-3094AB47E185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064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DB21-A7F3-94C5-A20C-ACB58C38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D448AD9-D462-982A-038E-D50BAB428F4B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8084410-9ED2-CC86-0414-198A2F7F5BBB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8868181-E67D-1F64-6354-D28330E79B37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CF0855A-8A01-F67D-AC8C-4519B295F722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0E40796-D63C-A799-57E1-0F6BA280DC5B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2DDCDF-DA4F-C0DD-CFE5-748E7AB1F83F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8AFDDB-6BBB-DC08-4DDE-242BD0741E9D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74C95AD-EE8F-5004-90CE-CF2AC0FE6EF3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991E72B-A40B-336D-662D-8A27B8BD407B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3533E1A-59C8-97B6-51C8-016D093440F1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ABDF706-AC00-481F-B6B3-8FB89B6AB36D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E98424-69B0-7447-5496-A05CB9BCCC0B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9190A30-2ACA-0349-387F-666454B5F4F2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186C846F-9817-642C-2D7E-75CEEAE0DE03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2A0B4D9-C2E8-C9C7-F628-8A7B94861C83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D112A3-B8B3-352F-B06D-0A1D7148E2E6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346EB99-A520-F860-08BB-3567CAC8C9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50855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F2133D4-992B-C2E6-A285-202502AC8836}"/>
              </a:ext>
            </a:extLst>
          </p:cNvPr>
          <p:cNvSpPr/>
          <p:nvPr/>
        </p:nvSpPr>
        <p:spPr>
          <a:xfrm>
            <a:off x="-32826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5FB91E-0B71-0A5A-7E5D-2E657DE1D099}"/>
              </a:ext>
            </a:extLst>
          </p:cNvPr>
          <p:cNvSpPr txBox="1"/>
          <p:nvPr/>
        </p:nvSpPr>
        <p:spPr>
          <a:xfrm>
            <a:off x="15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/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b="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B66B571-9C09-C217-11C7-DCBFD88FC64F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0573E7C-3B6B-A4AD-8327-F2B7DA338A7F}"/>
              </a:ext>
            </a:extLst>
          </p:cNvPr>
          <p:cNvCxnSpPr>
            <a:cxnSpLocks/>
          </p:cNvCxnSpPr>
          <p:nvPr/>
        </p:nvCxnSpPr>
        <p:spPr>
          <a:xfrm>
            <a:off x="-182488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DEC7CD1-29CE-26F8-812B-94A6F7AEDDCC}"/>
              </a:ext>
            </a:extLst>
          </p:cNvPr>
          <p:cNvCxnSpPr>
            <a:cxnSpLocks/>
          </p:cNvCxnSpPr>
          <p:nvPr/>
        </p:nvCxnSpPr>
        <p:spPr>
          <a:xfrm flipV="1">
            <a:off x="4610262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/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2C486C3E-6E99-B4EB-5DC2-B11EC824C234}"/>
              </a:ext>
            </a:extLst>
          </p:cNvPr>
          <p:cNvSpPr txBox="1"/>
          <p:nvPr/>
        </p:nvSpPr>
        <p:spPr>
          <a:xfrm>
            <a:off x="4992397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9DAB80-AA77-797B-B200-73F8C4A73195}"/>
                  </a:ext>
                </a:extLst>
              </p:cNvPr>
              <p:cNvSpPr txBox="1"/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altLang="zh-CN" sz="1200" b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zh-CN" sz="12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zh-CN" altLang="en-US" sz="12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2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200" b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/2</m:t>
                      </m:r>
                      <m:r>
                        <a:rPr lang="zh-CN" altLang="en-US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9DAB80-AA77-797B-B200-73F8C4A73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blipFill>
                <a:blip r:embed="rId7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4221BDC-9F00-5ACC-13F7-8FF9C60B7D68}"/>
                  </a:ext>
                </a:extLst>
              </p:cNvPr>
              <p:cNvSpPr txBox="1"/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CN" altLang="en-US" sz="1200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2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200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zh-CN" altLang="en-US" sz="120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4221BDC-9F00-5ACC-13F7-8FF9C60B7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blipFill>
                <a:blip r:embed="rId8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/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/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1">
                <a:extLst>
                  <a:ext uri="{FF2B5EF4-FFF2-40B4-BE49-F238E27FC236}">
                    <a16:creationId xmlns:a16="http://schemas.microsoft.com/office/drawing/2014/main" id="{7A4CFCDF-A0EC-AA1A-0A79-1FAED1F91E6D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1">
                <a:extLst>
                  <a:ext uri="{FF2B5EF4-FFF2-40B4-BE49-F238E27FC236}">
                    <a16:creationId xmlns:a16="http://schemas.microsoft.com/office/drawing/2014/main" id="{7A4CFCDF-A0EC-AA1A-0A79-1FAED1F91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2">
                <a:extLst>
                  <a:ext uri="{FF2B5EF4-FFF2-40B4-BE49-F238E27FC236}">
                    <a16:creationId xmlns:a16="http://schemas.microsoft.com/office/drawing/2014/main" id="{E251D3CF-C1EE-12B9-B94B-86F4EB191509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2">
                <a:extLst>
                  <a:ext uri="{FF2B5EF4-FFF2-40B4-BE49-F238E27FC236}">
                    <a16:creationId xmlns:a16="http://schemas.microsoft.com/office/drawing/2014/main" id="{E251D3CF-C1EE-12B9-B94B-86F4EB191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/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zh-CN" altLang="en-US" sz="12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blipFill>
                <a:blip r:embed="rId1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/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blipFill>
                <a:blip r:embed="rId14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/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2FD10F78-DF1F-8CDC-DBC4-3ECD80942308}"/>
              </a:ext>
            </a:extLst>
          </p:cNvPr>
          <p:cNvSpPr txBox="1"/>
          <p:nvPr/>
        </p:nvSpPr>
        <p:spPr>
          <a:xfrm>
            <a:off x="5411924" y="575264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&lt;0</a:t>
            </a:r>
            <a:endParaRPr lang="en-US" altLang="zh-CN" baseline="-25000" dirty="0">
              <a:solidFill>
                <a:srgbClr val="C0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FA22D6C-8F47-B399-0C95-15714EED45FD}"/>
              </a:ext>
            </a:extLst>
          </p:cNvPr>
          <p:cNvCxnSpPr>
            <a:cxnSpLocks/>
          </p:cNvCxnSpPr>
          <p:nvPr/>
        </p:nvCxnSpPr>
        <p:spPr>
          <a:xfrm flipV="1">
            <a:off x="119336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49DC63B-5BA4-34D3-9CA3-5AF7C95C0880}"/>
              </a:ext>
            </a:extLst>
          </p:cNvPr>
          <p:cNvCxnSpPr>
            <a:cxnSpLocks/>
          </p:cNvCxnSpPr>
          <p:nvPr/>
        </p:nvCxnSpPr>
        <p:spPr>
          <a:xfrm flipV="1">
            <a:off x="5051884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111">
            <a:extLst>
              <a:ext uri="{FF2B5EF4-FFF2-40B4-BE49-F238E27FC236}">
                <a16:creationId xmlns:a16="http://schemas.microsoft.com/office/drawing/2014/main" id="{0AC9125C-0357-0B6E-F885-51FB9BFF8A2F}"/>
              </a:ext>
            </a:extLst>
          </p:cNvPr>
          <p:cNvSpPr txBox="1"/>
          <p:nvPr/>
        </p:nvSpPr>
        <p:spPr>
          <a:xfrm>
            <a:off x="10380476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无左行波，只有透射波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6" name="111">
            <a:extLst>
              <a:ext uri="{FF2B5EF4-FFF2-40B4-BE49-F238E27FC236}">
                <a16:creationId xmlns:a16="http://schemas.microsoft.com/office/drawing/2014/main" id="{07ACAC63-1059-5E9C-7455-7F26385BA37C}"/>
              </a:ext>
            </a:extLst>
          </p:cNvPr>
          <p:cNvSpPr txBox="1"/>
          <p:nvPr/>
        </p:nvSpPr>
        <p:spPr>
          <a:xfrm>
            <a:off x="7212124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一进一出：入射波 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0D5072-EE49-0E85-8B15-C7615DEDB368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891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DB21-A7F3-94C5-A20C-ACB58C38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D448AD9-D462-982A-038E-D50BAB428F4B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8084410-9ED2-CC86-0414-198A2F7F5BBB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8868181-E67D-1F64-6354-D28330E79B37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CF0855A-8A01-F67D-AC8C-4519B295F722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0E40796-D63C-A799-57E1-0F6BA280DC5B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2DDCDF-DA4F-C0DD-CFE5-748E7AB1F83F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8AFDDB-6BBB-DC08-4DDE-242BD0741E9D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74C95AD-EE8F-5004-90CE-CF2AC0FE6EF3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991E72B-A40B-336D-662D-8A27B8BD407B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3533E1A-59C8-97B6-51C8-016D093440F1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ABDF706-AC00-481F-B6B3-8FB89B6AB36D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E98424-69B0-7447-5496-A05CB9BCCC0B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9190A30-2ACA-0349-387F-666454B5F4F2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186C846F-9817-642C-2D7E-75CEEAE0DE03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2A0B4D9-C2E8-C9C7-F628-8A7B94861C83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D112A3-B8B3-352F-B06D-0A1D7148E2E6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346EB99-A520-F860-08BB-3567CAC8C9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50855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F2133D4-992B-C2E6-A285-202502AC8836}"/>
              </a:ext>
            </a:extLst>
          </p:cNvPr>
          <p:cNvSpPr/>
          <p:nvPr/>
        </p:nvSpPr>
        <p:spPr>
          <a:xfrm>
            <a:off x="-32826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5FB91E-0B71-0A5A-7E5D-2E657DE1D099}"/>
              </a:ext>
            </a:extLst>
          </p:cNvPr>
          <p:cNvSpPr txBox="1"/>
          <p:nvPr/>
        </p:nvSpPr>
        <p:spPr>
          <a:xfrm>
            <a:off x="15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/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b="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B66B571-9C09-C217-11C7-DCBFD88FC64F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0573E7C-3B6B-A4AD-8327-F2B7DA338A7F}"/>
              </a:ext>
            </a:extLst>
          </p:cNvPr>
          <p:cNvCxnSpPr>
            <a:cxnSpLocks/>
          </p:cNvCxnSpPr>
          <p:nvPr/>
        </p:nvCxnSpPr>
        <p:spPr>
          <a:xfrm>
            <a:off x="-182488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DEC7CD1-29CE-26F8-812B-94A6F7AEDDCC}"/>
              </a:ext>
            </a:extLst>
          </p:cNvPr>
          <p:cNvCxnSpPr>
            <a:cxnSpLocks/>
          </p:cNvCxnSpPr>
          <p:nvPr/>
        </p:nvCxnSpPr>
        <p:spPr>
          <a:xfrm flipV="1">
            <a:off x="4610262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/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2C486C3E-6E99-B4EB-5DC2-B11EC824C234}"/>
              </a:ext>
            </a:extLst>
          </p:cNvPr>
          <p:cNvSpPr txBox="1"/>
          <p:nvPr/>
        </p:nvSpPr>
        <p:spPr>
          <a:xfrm>
            <a:off x="4992397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9DAB80-AA77-797B-B200-73F8C4A73195}"/>
                  </a:ext>
                </a:extLst>
              </p:cNvPr>
              <p:cNvSpPr txBox="1"/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altLang="zh-CN" sz="1200" b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zh-CN" sz="12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zh-CN" altLang="en-US" sz="12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2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200" b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/2</m:t>
                      </m:r>
                      <m:r>
                        <a:rPr lang="zh-CN" altLang="en-US" sz="1200" b="0" i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9DAB80-AA77-797B-B200-73F8C4A73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703831"/>
                <a:ext cx="2386581" cy="489365"/>
              </a:xfrm>
              <a:prstGeom prst="rect">
                <a:avLst/>
              </a:prstGeom>
              <a:blipFill>
                <a:blip r:embed="rId7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4221BDC-9F00-5ACC-13F7-8FF9C60B7D68}"/>
                  </a:ext>
                </a:extLst>
              </p:cNvPr>
              <p:cNvSpPr txBox="1"/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CN" altLang="en-US" sz="1200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2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200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zh-CN" altLang="en-US" sz="120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4221BDC-9F00-5ACC-13F7-8FF9C60B7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blipFill>
                <a:blip r:embed="rId8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/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/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1">
                <a:extLst>
                  <a:ext uri="{FF2B5EF4-FFF2-40B4-BE49-F238E27FC236}">
                    <a16:creationId xmlns:a16="http://schemas.microsoft.com/office/drawing/2014/main" id="{7A4CFCDF-A0EC-AA1A-0A79-1FAED1F91E6D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1">
                <a:extLst>
                  <a:ext uri="{FF2B5EF4-FFF2-40B4-BE49-F238E27FC236}">
                    <a16:creationId xmlns:a16="http://schemas.microsoft.com/office/drawing/2014/main" id="{7A4CFCDF-A0EC-AA1A-0A79-1FAED1F91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2">
                <a:extLst>
                  <a:ext uri="{FF2B5EF4-FFF2-40B4-BE49-F238E27FC236}">
                    <a16:creationId xmlns:a16="http://schemas.microsoft.com/office/drawing/2014/main" id="{E251D3CF-C1EE-12B9-B94B-86F4EB191509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2">
                <a:extLst>
                  <a:ext uri="{FF2B5EF4-FFF2-40B4-BE49-F238E27FC236}">
                    <a16:creationId xmlns:a16="http://schemas.microsoft.com/office/drawing/2014/main" id="{E251D3CF-C1EE-12B9-B94B-86F4EB191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/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altLang="zh-CN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blipFill>
                <a:blip r:embed="rId13"/>
                <a:stretch>
                  <a:fillRect r="-930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/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blipFill>
                <a:blip r:embed="rId14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/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2FD10F78-DF1F-8CDC-DBC4-3ECD80942308}"/>
              </a:ext>
            </a:extLst>
          </p:cNvPr>
          <p:cNvSpPr txBox="1"/>
          <p:nvPr/>
        </p:nvSpPr>
        <p:spPr>
          <a:xfrm>
            <a:off x="5411924" y="575264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&lt;0</a:t>
            </a:r>
            <a:endParaRPr lang="en-US" altLang="zh-CN" baseline="-25000" dirty="0">
              <a:solidFill>
                <a:srgbClr val="C0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FA22D6C-8F47-B399-0C95-15714EED45FD}"/>
              </a:ext>
            </a:extLst>
          </p:cNvPr>
          <p:cNvCxnSpPr>
            <a:cxnSpLocks/>
          </p:cNvCxnSpPr>
          <p:nvPr/>
        </p:nvCxnSpPr>
        <p:spPr>
          <a:xfrm flipV="1">
            <a:off x="119336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49DC63B-5BA4-34D3-9CA3-5AF7C95C0880}"/>
              </a:ext>
            </a:extLst>
          </p:cNvPr>
          <p:cNvCxnSpPr>
            <a:cxnSpLocks/>
          </p:cNvCxnSpPr>
          <p:nvPr/>
        </p:nvCxnSpPr>
        <p:spPr>
          <a:xfrm flipV="1">
            <a:off x="5051884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111">
            <a:extLst>
              <a:ext uri="{FF2B5EF4-FFF2-40B4-BE49-F238E27FC236}">
                <a16:creationId xmlns:a16="http://schemas.microsoft.com/office/drawing/2014/main" id="{46039F51-D0A1-2865-B002-EC76EB6AE5F3}"/>
              </a:ext>
            </a:extLst>
          </p:cNvPr>
          <p:cNvSpPr txBox="1"/>
          <p:nvPr/>
        </p:nvSpPr>
        <p:spPr>
          <a:xfrm>
            <a:off x="10380476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无左行波，只有透射波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6" name="111">
            <a:extLst>
              <a:ext uri="{FF2B5EF4-FFF2-40B4-BE49-F238E27FC236}">
                <a16:creationId xmlns:a16="http://schemas.microsoft.com/office/drawing/2014/main" id="{E6D27204-6E70-BA98-23CE-26C51E23FD9D}"/>
              </a:ext>
            </a:extLst>
          </p:cNvPr>
          <p:cNvSpPr txBox="1"/>
          <p:nvPr/>
        </p:nvSpPr>
        <p:spPr>
          <a:xfrm>
            <a:off x="7212124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一进一出：入射波 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A60B470-B2AD-2230-5F53-23AF0C46D55F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718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DB21-A7F3-94C5-A20C-ACB58C38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D448AD9-D462-982A-038E-D50BAB428F4B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8084410-9ED2-CC86-0414-198A2F7F5BBB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8868181-E67D-1F64-6354-D28330E79B37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CF0855A-8A01-F67D-AC8C-4519B295F722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0E40796-D63C-A799-57E1-0F6BA280DC5B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2DDCDF-DA4F-C0DD-CFE5-748E7AB1F83F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8AFDDB-6BBB-DC08-4DDE-242BD0741E9D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74C95AD-EE8F-5004-90CE-CF2AC0FE6EF3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991E72B-A40B-336D-662D-8A27B8BD407B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3533E1A-59C8-97B6-51C8-016D093440F1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ABDF706-AC00-481F-B6B3-8FB89B6AB36D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E98424-69B0-7447-5496-A05CB9BCCC0B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9190A30-2ACA-0349-387F-666454B5F4F2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186C846F-9817-642C-2D7E-75CEEAE0DE03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2A0B4D9-C2E8-C9C7-F628-8A7B94861C83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D112A3-B8B3-352F-B06D-0A1D7148E2E6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346EB99-A520-F860-08BB-3567CAC8C9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50855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F2133D4-992B-C2E6-A285-202502AC8836}"/>
              </a:ext>
            </a:extLst>
          </p:cNvPr>
          <p:cNvSpPr/>
          <p:nvPr/>
        </p:nvSpPr>
        <p:spPr>
          <a:xfrm>
            <a:off x="-32826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5FB91E-0B71-0A5A-7E5D-2E657DE1D099}"/>
              </a:ext>
            </a:extLst>
          </p:cNvPr>
          <p:cNvSpPr txBox="1"/>
          <p:nvPr/>
        </p:nvSpPr>
        <p:spPr>
          <a:xfrm>
            <a:off x="15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/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b="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B66B571-9C09-C217-11C7-DCBFD88FC64F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0573E7C-3B6B-A4AD-8327-F2B7DA338A7F}"/>
              </a:ext>
            </a:extLst>
          </p:cNvPr>
          <p:cNvCxnSpPr>
            <a:cxnSpLocks/>
          </p:cNvCxnSpPr>
          <p:nvPr/>
        </p:nvCxnSpPr>
        <p:spPr>
          <a:xfrm>
            <a:off x="-182488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DEC7CD1-29CE-26F8-812B-94A6F7AEDDCC}"/>
              </a:ext>
            </a:extLst>
          </p:cNvPr>
          <p:cNvCxnSpPr>
            <a:cxnSpLocks/>
          </p:cNvCxnSpPr>
          <p:nvPr/>
        </p:nvCxnSpPr>
        <p:spPr>
          <a:xfrm flipV="1">
            <a:off x="4610262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/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2C486C3E-6E99-B4EB-5DC2-B11EC824C234}"/>
              </a:ext>
            </a:extLst>
          </p:cNvPr>
          <p:cNvSpPr txBox="1"/>
          <p:nvPr/>
        </p:nvSpPr>
        <p:spPr>
          <a:xfrm>
            <a:off x="4992397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/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/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/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altLang="zh-CN" sz="1200" b="0" i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blipFill>
                <a:blip r:embed="rId9"/>
                <a:stretch>
                  <a:fillRect r="-930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/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blipFill>
                <a:blip r:embed="rId10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/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2FD10F78-DF1F-8CDC-DBC4-3ECD80942308}"/>
              </a:ext>
            </a:extLst>
          </p:cNvPr>
          <p:cNvSpPr txBox="1"/>
          <p:nvPr/>
        </p:nvSpPr>
        <p:spPr>
          <a:xfrm>
            <a:off x="5411924" y="575264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&lt;0</a:t>
            </a:r>
            <a:endParaRPr lang="en-US" altLang="zh-CN" baseline="-25000" dirty="0">
              <a:solidFill>
                <a:srgbClr val="C0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FA22D6C-8F47-B399-0C95-15714EED45FD}"/>
              </a:ext>
            </a:extLst>
          </p:cNvPr>
          <p:cNvCxnSpPr>
            <a:cxnSpLocks/>
          </p:cNvCxnSpPr>
          <p:nvPr/>
        </p:nvCxnSpPr>
        <p:spPr>
          <a:xfrm flipV="1">
            <a:off x="119336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49DC63B-5BA4-34D3-9CA3-5AF7C95C0880}"/>
              </a:ext>
            </a:extLst>
          </p:cNvPr>
          <p:cNvCxnSpPr>
            <a:cxnSpLocks/>
          </p:cNvCxnSpPr>
          <p:nvPr/>
        </p:nvCxnSpPr>
        <p:spPr>
          <a:xfrm flipV="1">
            <a:off x="5051884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9EB13EF-A20F-74CF-3E93-0B620A81A002}"/>
                  </a:ext>
                </a:extLst>
              </p:cNvPr>
              <p:cNvSpPr txBox="1"/>
              <p:nvPr/>
            </p:nvSpPr>
            <p:spPr>
              <a:xfrm>
                <a:off x="3719736" y="4703831"/>
                <a:ext cx="2386581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altLang="zh-CN" sz="1200" b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/2</m:t>
                      </m:r>
                      <m:r>
                        <a:rPr lang="zh-CN" altLang="en-US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9EB13EF-A20F-74CF-3E93-0B620A81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703831"/>
                <a:ext cx="2386581" cy="492314"/>
              </a:xfrm>
              <a:prstGeom prst="rect">
                <a:avLst/>
              </a:prstGeom>
              <a:blipFill>
                <a:blip r:embed="rId1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140E47E-80D9-625F-69BD-B6E440C65FE0}"/>
                  </a:ext>
                </a:extLst>
              </p:cNvPr>
              <p:cNvSpPr txBox="1"/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CN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zh-CN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140E47E-80D9-625F-69BD-B6E440C65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blipFill>
                <a:blip r:embed="rId1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1">
                <a:extLst>
                  <a:ext uri="{FF2B5EF4-FFF2-40B4-BE49-F238E27FC236}">
                    <a16:creationId xmlns:a16="http://schemas.microsoft.com/office/drawing/2014/main" id="{157DDC55-0875-2859-E660-027BF902D501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1">
                <a:extLst>
                  <a:ext uri="{FF2B5EF4-FFF2-40B4-BE49-F238E27FC236}">
                    <a16:creationId xmlns:a16="http://schemas.microsoft.com/office/drawing/2014/main" id="{157DDC55-0875-2859-E660-027BF902D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2">
                <a:extLst>
                  <a:ext uri="{FF2B5EF4-FFF2-40B4-BE49-F238E27FC236}">
                    <a16:creationId xmlns:a16="http://schemas.microsoft.com/office/drawing/2014/main" id="{B45645D1-F27D-03E6-D88C-0456ABE53CA6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2">
                <a:extLst>
                  <a:ext uri="{FF2B5EF4-FFF2-40B4-BE49-F238E27FC236}">
                    <a16:creationId xmlns:a16="http://schemas.microsoft.com/office/drawing/2014/main" id="{B45645D1-F27D-03E6-D88C-0456ABE53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6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111">
            <a:extLst>
              <a:ext uri="{FF2B5EF4-FFF2-40B4-BE49-F238E27FC236}">
                <a16:creationId xmlns:a16="http://schemas.microsoft.com/office/drawing/2014/main" id="{E6E48593-3D2E-DBC7-C03A-4AAA91732280}"/>
              </a:ext>
            </a:extLst>
          </p:cNvPr>
          <p:cNvSpPr txBox="1"/>
          <p:nvPr/>
        </p:nvSpPr>
        <p:spPr>
          <a:xfrm>
            <a:off x="10380476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无左行波，只有透射波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7" name="111">
            <a:extLst>
              <a:ext uri="{FF2B5EF4-FFF2-40B4-BE49-F238E27FC236}">
                <a16:creationId xmlns:a16="http://schemas.microsoft.com/office/drawing/2014/main" id="{7CBD6847-3DA6-A216-89EF-82D9E4263F19}"/>
              </a:ext>
            </a:extLst>
          </p:cNvPr>
          <p:cNvSpPr txBox="1"/>
          <p:nvPr/>
        </p:nvSpPr>
        <p:spPr>
          <a:xfrm>
            <a:off x="7212124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一进一出：入射波 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28DECC-1AA2-CBB9-AC87-8124E0CD57BF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979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DB21-A7F3-94C5-A20C-ACB58C38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D448AD9-D462-982A-038E-D50BAB428F4B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8084410-9ED2-CC86-0414-198A2F7F5BBB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8868181-E67D-1F64-6354-D28330E79B37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CF0855A-8A01-F67D-AC8C-4519B295F722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0E40796-D63C-A799-57E1-0F6BA280DC5B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2DDCDF-DA4F-C0DD-CFE5-748E7AB1F83F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8AFDDB-6BBB-DC08-4DDE-242BD0741E9D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74C95AD-EE8F-5004-90CE-CF2AC0FE6EF3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991E72B-A40B-336D-662D-8A27B8BD407B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3533E1A-59C8-97B6-51C8-016D093440F1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ABDF706-AC00-481F-B6B3-8FB89B6AB36D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E98424-69B0-7447-5496-A05CB9BCCC0B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9190A30-2ACA-0349-387F-666454B5F4F2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186C846F-9817-642C-2D7E-75CEEAE0DE03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2A0B4D9-C2E8-C9C7-F628-8A7B94861C83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D112A3-B8B3-352F-B06D-0A1D7148E2E6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346EB99-A520-F860-08BB-3567CAC8C9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50855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F2133D4-992B-C2E6-A285-202502AC8836}"/>
              </a:ext>
            </a:extLst>
          </p:cNvPr>
          <p:cNvSpPr/>
          <p:nvPr/>
        </p:nvSpPr>
        <p:spPr>
          <a:xfrm>
            <a:off x="-32826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5FB91E-0B71-0A5A-7E5D-2E657DE1D099}"/>
              </a:ext>
            </a:extLst>
          </p:cNvPr>
          <p:cNvSpPr txBox="1"/>
          <p:nvPr/>
        </p:nvSpPr>
        <p:spPr>
          <a:xfrm>
            <a:off x="15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/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b="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B66B571-9C09-C217-11C7-DCBFD88FC64F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0573E7C-3B6B-A4AD-8327-F2B7DA338A7F}"/>
              </a:ext>
            </a:extLst>
          </p:cNvPr>
          <p:cNvCxnSpPr>
            <a:cxnSpLocks/>
          </p:cNvCxnSpPr>
          <p:nvPr/>
        </p:nvCxnSpPr>
        <p:spPr>
          <a:xfrm>
            <a:off x="-182488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DEC7CD1-29CE-26F8-812B-94A6F7AEDDCC}"/>
              </a:ext>
            </a:extLst>
          </p:cNvPr>
          <p:cNvCxnSpPr>
            <a:cxnSpLocks/>
          </p:cNvCxnSpPr>
          <p:nvPr/>
        </p:nvCxnSpPr>
        <p:spPr>
          <a:xfrm flipV="1">
            <a:off x="4610262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/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2C486C3E-6E99-B4EB-5DC2-B11EC824C234}"/>
              </a:ext>
            </a:extLst>
          </p:cNvPr>
          <p:cNvSpPr txBox="1"/>
          <p:nvPr/>
        </p:nvSpPr>
        <p:spPr>
          <a:xfrm>
            <a:off x="4992397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/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/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/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altLang="zh-CN" sz="1200" b="0" i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blipFill>
                <a:blip r:embed="rId9"/>
                <a:stretch>
                  <a:fillRect r="-930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/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blipFill>
                <a:blip r:embed="rId10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/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2FD10F78-DF1F-8CDC-DBC4-3ECD80942308}"/>
              </a:ext>
            </a:extLst>
          </p:cNvPr>
          <p:cNvSpPr txBox="1"/>
          <p:nvPr/>
        </p:nvSpPr>
        <p:spPr>
          <a:xfrm>
            <a:off x="5411924" y="575264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&lt;0</a:t>
            </a:r>
            <a:endParaRPr lang="en-US" altLang="zh-CN" baseline="-25000" dirty="0">
              <a:solidFill>
                <a:srgbClr val="C0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FA22D6C-8F47-B399-0C95-15714EED45FD}"/>
              </a:ext>
            </a:extLst>
          </p:cNvPr>
          <p:cNvCxnSpPr>
            <a:cxnSpLocks/>
          </p:cNvCxnSpPr>
          <p:nvPr/>
        </p:nvCxnSpPr>
        <p:spPr>
          <a:xfrm flipV="1">
            <a:off x="119336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49DC63B-5BA4-34D3-9CA3-5AF7C95C0880}"/>
              </a:ext>
            </a:extLst>
          </p:cNvPr>
          <p:cNvCxnSpPr>
            <a:cxnSpLocks/>
          </p:cNvCxnSpPr>
          <p:nvPr/>
        </p:nvCxnSpPr>
        <p:spPr>
          <a:xfrm flipV="1">
            <a:off x="5051884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9EB13EF-A20F-74CF-3E93-0B620A81A002}"/>
                  </a:ext>
                </a:extLst>
              </p:cNvPr>
              <p:cNvSpPr txBox="1"/>
              <p:nvPr/>
            </p:nvSpPr>
            <p:spPr>
              <a:xfrm>
                <a:off x="3719736" y="4703831"/>
                <a:ext cx="2386581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altLang="zh-CN" sz="1200" b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/2</m:t>
                      </m:r>
                      <m:r>
                        <a:rPr lang="zh-CN" altLang="en-US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9EB13EF-A20F-74CF-3E93-0B620A81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703831"/>
                <a:ext cx="2386581" cy="492314"/>
              </a:xfrm>
              <a:prstGeom prst="rect">
                <a:avLst/>
              </a:prstGeom>
              <a:blipFill>
                <a:blip r:embed="rId1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140E47E-80D9-625F-69BD-B6E440C65FE0}"/>
                  </a:ext>
                </a:extLst>
              </p:cNvPr>
              <p:cNvSpPr txBox="1"/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CN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zh-CN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140E47E-80D9-625F-69BD-B6E440C65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blipFill>
                <a:blip r:embed="rId1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!!3">
                <a:extLst>
                  <a:ext uri="{FF2B5EF4-FFF2-40B4-BE49-F238E27FC236}">
                    <a16:creationId xmlns:a16="http://schemas.microsoft.com/office/drawing/2014/main" id="{B45645D1-F27D-03E6-D88C-0456ABE53CA6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!!3">
                <a:extLst>
                  <a:ext uri="{FF2B5EF4-FFF2-40B4-BE49-F238E27FC236}">
                    <a16:creationId xmlns:a16="http://schemas.microsoft.com/office/drawing/2014/main" id="{B45645D1-F27D-03E6-D88C-0456ABE53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5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2">
                <a:extLst>
                  <a:ext uri="{FF2B5EF4-FFF2-40B4-BE49-F238E27FC236}">
                    <a16:creationId xmlns:a16="http://schemas.microsoft.com/office/drawing/2014/main" id="{3F75723B-D9BA-32E1-EAB9-F8AEBE670988}"/>
                  </a:ext>
                </a:extLst>
              </p:cNvPr>
              <p:cNvSpPr txBox="1"/>
              <p:nvPr/>
            </p:nvSpPr>
            <p:spPr>
              <a:xfrm>
                <a:off x="3703267" y="5507736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2">
                <a:extLst>
                  <a:ext uri="{FF2B5EF4-FFF2-40B4-BE49-F238E27FC236}">
                    <a16:creationId xmlns:a16="http://schemas.microsoft.com/office/drawing/2014/main" id="{3F75723B-D9BA-32E1-EAB9-F8AEBE670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07736"/>
                <a:ext cx="808557" cy="283026"/>
              </a:xfrm>
              <a:prstGeom prst="rect">
                <a:avLst/>
              </a:prstGeom>
              <a:blipFill>
                <a:blip r:embed="rId16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111">
            <a:extLst>
              <a:ext uri="{FF2B5EF4-FFF2-40B4-BE49-F238E27FC236}">
                <a16:creationId xmlns:a16="http://schemas.microsoft.com/office/drawing/2014/main" id="{9123E059-97C2-B4B9-B34C-C0C9B4A999F5}"/>
              </a:ext>
            </a:extLst>
          </p:cNvPr>
          <p:cNvSpPr txBox="1"/>
          <p:nvPr/>
        </p:nvSpPr>
        <p:spPr>
          <a:xfrm>
            <a:off x="10380476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无左行波，只有透射波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7" name="111">
            <a:extLst>
              <a:ext uri="{FF2B5EF4-FFF2-40B4-BE49-F238E27FC236}">
                <a16:creationId xmlns:a16="http://schemas.microsoft.com/office/drawing/2014/main" id="{C15C9033-96DC-A53D-1BFC-023C20390259}"/>
              </a:ext>
            </a:extLst>
          </p:cNvPr>
          <p:cNvSpPr txBox="1"/>
          <p:nvPr/>
        </p:nvSpPr>
        <p:spPr>
          <a:xfrm>
            <a:off x="7212124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一进一出：入射波 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FAD389-B626-396F-46CD-1CF4E2D86F83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94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DB21-A7F3-94C5-A20C-ACB58C38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D448AD9-D462-982A-038E-D50BAB428F4B}"/>
              </a:ext>
            </a:extLst>
          </p:cNvPr>
          <p:cNvCxnSpPr/>
          <p:nvPr/>
        </p:nvCxnSpPr>
        <p:spPr>
          <a:xfrm flipV="1">
            <a:off x="9075497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8084410-9ED2-CC86-0414-198A2F7F5BBB}"/>
              </a:ext>
            </a:extLst>
          </p:cNvPr>
          <p:cNvCxnSpPr>
            <a:cxnSpLocks/>
          </p:cNvCxnSpPr>
          <p:nvPr/>
        </p:nvCxnSpPr>
        <p:spPr>
          <a:xfrm>
            <a:off x="3669235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8868181-E67D-1F64-6354-D28330E79B37}"/>
              </a:ext>
            </a:extLst>
          </p:cNvPr>
          <p:cNvSpPr/>
          <p:nvPr/>
        </p:nvSpPr>
        <p:spPr>
          <a:xfrm>
            <a:off x="844266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CF0855A-8A01-F67D-AC8C-4519B295F722}"/>
              </a:ext>
            </a:extLst>
          </p:cNvPr>
          <p:cNvSpPr/>
          <p:nvPr/>
        </p:nvSpPr>
        <p:spPr>
          <a:xfrm>
            <a:off x="8376512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0E40796-D63C-A799-57E1-0F6BA280DC5B}"/>
              </a:ext>
            </a:extLst>
          </p:cNvPr>
          <p:cNvSpPr/>
          <p:nvPr/>
        </p:nvSpPr>
        <p:spPr>
          <a:xfrm flipH="1">
            <a:off x="4468769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2DDCDF-DA4F-C0DD-CFE5-748E7AB1F83F}"/>
              </a:ext>
            </a:extLst>
          </p:cNvPr>
          <p:cNvSpPr txBox="1"/>
          <p:nvPr/>
        </p:nvSpPr>
        <p:spPr>
          <a:xfrm>
            <a:off x="8499433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8AFDDB-6BBB-DC08-4DDE-242BD0741E9D}"/>
              </a:ext>
            </a:extLst>
          </p:cNvPr>
          <p:cNvSpPr txBox="1"/>
          <p:nvPr/>
        </p:nvSpPr>
        <p:spPr>
          <a:xfrm>
            <a:off x="10172368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74C95AD-EE8F-5004-90CE-CF2AC0FE6EF3}"/>
              </a:ext>
            </a:extLst>
          </p:cNvPr>
          <p:cNvCxnSpPr>
            <a:cxnSpLocks/>
          </p:cNvCxnSpPr>
          <p:nvPr/>
        </p:nvCxnSpPr>
        <p:spPr>
          <a:xfrm>
            <a:off x="3639893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991E72B-A40B-336D-662D-8A27B8BD407B}"/>
              </a:ext>
            </a:extLst>
          </p:cNvPr>
          <p:cNvCxnSpPr>
            <a:cxnSpLocks/>
          </p:cNvCxnSpPr>
          <p:nvPr/>
        </p:nvCxnSpPr>
        <p:spPr>
          <a:xfrm>
            <a:off x="8429071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3533E1A-59C8-97B6-51C8-016D093440F1}"/>
              </a:ext>
            </a:extLst>
          </p:cNvPr>
          <p:cNvSpPr/>
          <p:nvPr/>
        </p:nvSpPr>
        <p:spPr>
          <a:xfrm>
            <a:off x="9083639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ABDF706-AC00-481F-B6B3-8FB89B6AB36D}"/>
              </a:ext>
            </a:extLst>
          </p:cNvPr>
          <p:cNvCxnSpPr>
            <a:cxnSpLocks/>
          </p:cNvCxnSpPr>
          <p:nvPr/>
        </p:nvCxnSpPr>
        <p:spPr>
          <a:xfrm>
            <a:off x="9089091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E98424-69B0-7447-5496-A05CB9BCCC0B}"/>
              </a:ext>
            </a:extLst>
          </p:cNvPr>
          <p:cNvCxnSpPr>
            <a:cxnSpLocks/>
          </p:cNvCxnSpPr>
          <p:nvPr/>
        </p:nvCxnSpPr>
        <p:spPr>
          <a:xfrm>
            <a:off x="9075497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9190A30-2ACA-0349-387F-666454B5F4F2}"/>
              </a:ext>
            </a:extLst>
          </p:cNvPr>
          <p:cNvCxnSpPr>
            <a:cxnSpLocks/>
          </p:cNvCxnSpPr>
          <p:nvPr/>
        </p:nvCxnSpPr>
        <p:spPr>
          <a:xfrm>
            <a:off x="9975597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/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5EB14A-4467-B21C-A128-5B0E5ACFE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529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186C846F-9817-642C-2D7E-75CEEAE0DE03}"/>
              </a:ext>
            </a:extLst>
          </p:cNvPr>
          <p:cNvSpPr txBox="1"/>
          <p:nvPr/>
        </p:nvSpPr>
        <p:spPr>
          <a:xfrm>
            <a:off x="9154302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2A0B4D9-C2E8-C9C7-F628-8A7B94861C83}"/>
              </a:ext>
            </a:extLst>
          </p:cNvPr>
          <p:cNvSpPr/>
          <p:nvPr/>
        </p:nvSpPr>
        <p:spPr>
          <a:xfrm>
            <a:off x="7800127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D112A3-B8B3-352F-B06D-0A1D7148E2E6}"/>
              </a:ext>
            </a:extLst>
          </p:cNvPr>
          <p:cNvSpPr txBox="1"/>
          <p:nvPr/>
        </p:nvSpPr>
        <p:spPr>
          <a:xfrm>
            <a:off x="9183510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346EB99-A520-F860-08BB-3567CAC8C9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25" r="10305"/>
          <a:stretch>
            <a:fillRect/>
          </a:stretch>
        </p:blipFill>
        <p:spPr>
          <a:xfrm rot="10800000">
            <a:off x="-50855" y="4281"/>
            <a:ext cx="6153621" cy="6849438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F2133D4-992B-C2E6-A285-202502AC8836}"/>
              </a:ext>
            </a:extLst>
          </p:cNvPr>
          <p:cNvSpPr/>
          <p:nvPr/>
        </p:nvSpPr>
        <p:spPr>
          <a:xfrm>
            <a:off x="-32826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5FB91E-0B71-0A5A-7E5D-2E657DE1D099}"/>
              </a:ext>
            </a:extLst>
          </p:cNvPr>
          <p:cNvSpPr txBox="1"/>
          <p:nvPr/>
        </p:nvSpPr>
        <p:spPr>
          <a:xfrm>
            <a:off x="15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/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b="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F18FDE-8D14-75B5-C111-5809BFEB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897052"/>
                <a:ext cx="1310159" cy="363946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B66B571-9C09-C217-11C7-DCBFD88FC64F}"/>
              </a:ext>
            </a:extLst>
          </p:cNvPr>
          <p:cNvCxnSpPr>
            <a:cxnSpLocks/>
          </p:cNvCxnSpPr>
          <p:nvPr/>
        </p:nvCxnSpPr>
        <p:spPr>
          <a:xfrm>
            <a:off x="6092937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0573E7C-3B6B-A4AD-8327-F2B7DA338A7F}"/>
              </a:ext>
            </a:extLst>
          </p:cNvPr>
          <p:cNvCxnSpPr>
            <a:cxnSpLocks/>
          </p:cNvCxnSpPr>
          <p:nvPr/>
        </p:nvCxnSpPr>
        <p:spPr>
          <a:xfrm>
            <a:off x="-182488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DEC7CD1-29CE-26F8-812B-94A6F7AEDDCC}"/>
              </a:ext>
            </a:extLst>
          </p:cNvPr>
          <p:cNvCxnSpPr>
            <a:cxnSpLocks/>
          </p:cNvCxnSpPr>
          <p:nvPr/>
        </p:nvCxnSpPr>
        <p:spPr>
          <a:xfrm flipV="1">
            <a:off x="4610262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/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A345D-A616-450E-6078-9B132BD9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012001"/>
                <a:ext cx="4320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2C486C3E-6E99-B4EB-5DC2-B11EC824C234}"/>
              </a:ext>
            </a:extLst>
          </p:cNvPr>
          <p:cNvSpPr txBox="1"/>
          <p:nvPr/>
        </p:nvSpPr>
        <p:spPr>
          <a:xfrm>
            <a:off x="4992397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/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18DADB-ED59-CD6D-E7E9-9344F6F3E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3320988"/>
                <a:ext cx="2700300" cy="4740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/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!!文本框 9">
                <a:extLst>
                  <a:ext uri="{FF2B5EF4-FFF2-40B4-BE49-F238E27FC236}">
                    <a16:creationId xmlns:a16="http://schemas.microsoft.com/office/drawing/2014/main" id="{977EFADA-90A7-99E7-3A44-093CE6076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3320988"/>
                <a:ext cx="2700300" cy="5204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/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altLang="zh-CN" sz="1200" b="0" i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!!文本框 38">
                <a:extLst>
                  <a:ext uri="{FF2B5EF4-FFF2-40B4-BE49-F238E27FC236}">
                    <a16:creationId xmlns:a16="http://schemas.microsoft.com/office/drawing/2014/main" id="{30D6FDD5-C96B-74FA-F6A8-22020EFCA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729" y="4286433"/>
                <a:ext cx="1310159" cy="366703"/>
              </a:xfrm>
              <a:prstGeom prst="rect">
                <a:avLst/>
              </a:prstGeom>
              <a:blipFill>
                <a:blip r:embed="rId9"/>
                <a:stretch>
                  <a:fillRect r="-930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/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38F22F45-C1D9-C045-68C4-C68C9D136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047" y="3945568"/>
                <a:ext cx="1804463" cy="283860"/>
              </a:xfrm>
              <a:prstGeom prst="rect">
                <a:avLst/>
              </a:prstGeom>
              <a:blipFill>
                <a:blip r:embed="rId10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/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83A127D4-25F9-4597-6001-C66933845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760" y="3911551"/>
                <a:ext cx="3642241" cy="283860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2FD10F78-DF1F-8CDC-DBC4-3ECD80942308}"/>
              </a:ext>
            </a:extLst>
          </p:cNvPr>
          <p:cNvSpPr txBox="1"/>
          <p:nvPr/>
        </p:nvSpPr>
        <p:spPr>
          <a:xfrm>
            <a:off x="5411924" y="575264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&lt;0</a:t>
            </a:r>
            <a:endParaRPr lang="en-US" altLang="zh-CN" baseline="-25000" dirty="0">
              <a:solidFill>
                <a:srgbClr val="C0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FA22D6C-8F47-B399-0C95-15714EED45FD}"/>
              </a:ext>
            </a:extLst>
          </p:cNvPr>
          <p:cNvCxnSpPr>
            <a:cxnSpLocks/>
          </p:cNvCxnSpPr>
          <p:nvPr/>
        </p:nvCxnSpPr>
        <p:spPr>
          <a:xfrm flipV="1">
            <a:off x="119336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49DC63B-5BA4-34D3-9CA3-5AF7C95C0880}"/>
              </a:ext>
            </a:extLst>
          </p:cNvPr>
          <p:cNvCxnSpPr>
            <a:cxnSpLocks/>
          </p:cNvCxnSpPr>
          <p:nvPr/>
        </p:nvCxnSpPr>
        <p:spPr>
          <a:xfrm flipV="1">
            <a:off x="5051884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9EB13EF-A20F-74CF-3E93-0B620A81A002}"/>
                  </a:ext>
                </a:extLst>
              </p:cNvPr>
              <p:cNvSpPr txBox="1"/>
              <p:nvPr/>
            </p:nvSpPr>
            <p:spPr>
              <a:xfrm>
                <a:off x="3719736" y="4703831"/>
                <a:ext cx="2386581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altLang="zh-CN" sz="1200" b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/2</m:t>
                      </m:r>
                      <m:r>
                        <a:rPr lang="zh-CN" altLang="en-US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9EB13EF-A20F-74CF-3E93-0B620A81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703831"/>
                <a:ext cx="2386581" cy="492314"/>
              </a:xfrm>
              <a:prstGeom prst="rect">
                <a:avLst/>
              </a:prstGeom>
              <a:blipFill>
                <a:blip r:embed="rId1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140E47E-80D9-625F-69BD-B6E440C65FE0}"/>
                  </a:ext>
                </a:extLst>
              </p:cNvPr>
              <p:cNvSpPr txBox="1"/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CN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zh-CN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140E47E-80D9-625F-69BD-B6E440C65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92" y="5348954"/>
                <a:ext cx="2757625" cy="492314"/>
              </a:xfrm>
              <a:prstGeom prst="rect">
                <a:avLst/>
              </a:prstGeom>
              <a:blipFill>
                <a:blip r:embed="rId1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1">
                <a:extLst>
                  <a:ext uri="{FF2B5EF4-FFF2-40B4-BE49-F238E27FC236}">
                    <a16:creationId xmlns:a16="http://schemas.microsoft.com/office/drawing/2014/main" id="{157DDC55-0875-2859-E660-027BF902D501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1">
                <a:extLst>
                  <a:ext uri="{FF2B5EF4-FFF2-40B4-BE49-F238E27FC236}">
                    <a16:creationId xmlns:a16="http://schemas.microsoft.com/office/drawing/2014/main" id="{157DDC55-0875-2859-E660-027BF902D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2">
                <a:extLst>
                  <a:ext uri="{FF2B5EF4-FFF2-40B4-BE49-F238E27FC236}">
                    <a16:creationId xmlns:a16="http://schemas.microsoft.com/office/drawing/2014/main" id="{B45645D1-F27D-03E6-D88C-0456ABE53CA6}"/>
                  </a:ext>
                </a:extLst>
              </p:cNvPr>
              <p:cNvSpPr txBox="1"/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2">
                <a:extLst>
                  <a:ext uri="{FF2B5EF4-FFF2-40B4-BE49-F238E27FC236}">
                    <a16:creationId xmlns:a16="http://schemas.microsoft.com/office/drawing/2014/main" id="{B45645D1-F27D-03E6-D88C-0456ABE53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267" y="5510697"/>
                <a:ext cx="808557" cy="283026"/>
              </a:xfrm>
              <a:prstGeom prst="rect">
                <a:avLst/>
              </a:prstGeom>
              <a:blipFill>
                <a:blip r:embed="rId16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!!3">
                <a:extLst>
                  <a:ext uri="{FF2B5EF4-FFF2-40B4-BE49-F238E27FC236}">
                    <a16:creationId xmlns:a16="http://schemas.microsoft.com/office/drawing/2014/main" id="{B5DB1AE8-5A1B-E9B5-E3FB-5BA7BD9117CF}"/>
                  </a:ext>
                </a:extLst>
              </p:cNvPr>
              <p:cNvSpPr txBox="1"/>
              <p:nvPr/>
            </p:nvSpPr>
            <p:spPr>
              <a:xfrm>
                <a:off x="9012324" y="3944089"/>
                <a:ext cx="172622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!!3">
                <a:extLst>
                  <a:ext uri="{FF2B5EF4-FFF2-40B4-BE49-F238E27FC236}">
                    <a16:creationId xmlns:a16="http://schemas.microsoft.com/office/drawing/2014/main" id="{B5DB1AE8-5A1B-E9B5-E3FB-5BA7BD911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324" y="3944089"/>
                <a:ext cx="1726220" cy="276999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111">
            <a:extLst>
              <a:ext uri="{FF2B5EF4-FFF2-40B4-BE49-F238E27FC236}">
                <a16:creationId xmlns:a16="http://schemas.microsoft.com/office/drawing/2014/main" id="{8B6FC7E1-8C30-EA55-6511-368EDFEF942C}"/>
              </a:ext>
            </a:extLst>
          </p:cNvPr>
          <p:cNvSpPr txBox="1"/>
          <p:nvPr/>
        </p:nvSpPr>
        <p:spPr>
          <a:xfrm>
            <a:off x="10380476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无左行波，只有透射波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7" name="111">
            <a:extLst>
              <a:ext uri="{FF2B5EF4-FFF2-40B4-BE49-F238E27FC236}">
                <a16:creationId xmlns:a16="http://schemas.microsoft.com/office/drawing/2014/main" id="{A95C77F3-CF75-8E16-0EE3-9209F1A2ACAA}"/>
              </a:ext>
            </a:extLst>
          </p:cNvPr>
          <p:cNvSpPr txBox="1"/>
          <p:nvPr/>
        </p:nvSpPr>
        <p:spPr>
          <a:xfrm>
            <a:off x="7212124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一进一出：入射波 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反射波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8" name="111">
            <a:extLst>
              <a:ext uri="{FF2B5EF4-FFF2-40B4-BE49-F238E27FC236}">
                <a16:creationId xmlns:a16="http://schemas.microsoft.com/office/drawing/2014/main" id="{7186BBC2-0DC7-EAF3-2F6F-09023B722AE8}"/>
              </a:ext>
            </a:extLst>
          </p:cNvPr>
          <p:cNvSpPr txBox="1"/>
          <p:nvPr/>
        </p:nvSpPr>
        <p:spPr>
          <a:xfrm>
            <a:off x="8822682" y="4112217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衰减，但不为零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7597837-16D9-9115-B76C-0DA916800C34}"/>
              </a:ext>
            </a:extLst>
          </p:cNvPr>
          <p:cNvSpPr txBox="1"/>
          <p:nvPr/>
        </p:nvSpPr>
        <p:spPr>
          <a:xfrm>
            <a:off x="893879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908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1C2B5-E4E7-E053-F855-889C28BF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B1F1312-BAEE-CBA9-62BA-7E6CA6750CA6}"/>
              </a:ext>
            </a:extLst>
          </p:cNvPr>
          <p:cNvCxnSpPr/>
          <p:nvPr/>
        </p:nvCxnSpPr>
        <p:spPr>
          <a:xfrm flipV="1">
            <a:off x="1688840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25B13C4-44BD-C5F1-2EF3-3148633F694F}"/>
              </a:ext>
            </a:extLst>
          </p:cNvPr>
          <p:cNvCxnSpPr>
            <a:cxnSpLocks/>
          </p:cNvCxnSpPr>
          <p:nvPr/>
        </p:nvCxnSpPr>
        <p:spPr>
          <a:xfrm>
            <a:off x="-3717422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3A9B2EF-5020-FAC4-53E3-BBB48D0B173F}"/>
              </a:ext>
            </a:extLst>
          </p:cNvPr>
          <p:cNvSpPr/>
          <p:nvPr/>
        </p:nvSpPr>
        <p:spPr>
          <a:xfrm>
            <a:off x="1056007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3B84D1-C9E8-90C6-FBB6-2B1963FE70DE}"/>
              </a:ext>
            </a:extLst>
          </p:cNvPr>
          <p:cNvSpPr/>
          <p:nvPr/>
        </p:nvSpPr>
        <p:spPr>
          <a:xfrm>
            <a:off x="989855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D9EFF35-CF72-3FA4-71FD-77B580B91F18}"/>
              </a:ext>
            </a:extLst>
          </p:cNvPr>
          <p:cNvSpPr/>
          <p:nvPr/>
        </p:nvSpPr>
        <p:spPr>
          <a:xfrm flipH="1">
            <a:off x="-2917888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63EAD7-B300-607B-2B65-E74BA12E61A9}"/>
              </a:ext>
            </a:extLst>
          </p:cNvPr>
          <p:cNvSpPr txBox="1"/>
          <p:nvPr/>
        </p:nvSpPr>
        <p:spPr>
          <a:xfrm>
            <a:off x="1112776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9017CA-D8F4-22D9-4ED6-0FFAA846F82D}"/>
              </a:ext>
            </a:extLst>
          </p:cNvPr>
          <p:cNvSpPr txBox="1"/>
          <p:nvPr/>
        </p:nvSpPr>
        <p:spPr>
          <a:xfrm>
            <a:off x="2785711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062E0A4-DE5D-C0EE-CC33-AD0F17A9739B}"/>
              </a:ext>
            </a:extLst>
          </p:cNvPr>
          <p:cNvCxnSpPr>
            <a:cxnSpLocks/>
          </p:cNvCxnSpPr>
          <p:nvPr/>
        </p:nvCxnSpPr>
        <p:spPr>
          <a:xfrm>
            <a:off x="-374676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1A878BF-8620-170B-E2F0-BB43C2E1A1F0}"/>
              </a:ext>
            </a:extLst>
          </p:cNvPr>
          <p:cNvCxnSpPr>
            <a:cxnSpLocks/>
          </p:cNvCxnSpPr>
          <p:nvPr/>
        </p:nvCxnSpPr>
        <p:spPr>
          <a:xfrm>
            <a:off x="1042414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48ACF25-86E8-8A20-A40B-AE6E03759C7A}"/>
              </a:ext>
            </a:extLst>
          </p:cNvPr>
          <p:cNvSpPr/>
          <p:nvPr/>
        </p:nvSpPr>
        <p:spPr>
          <a:xfrm>
            <a:off x="1696982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BF79A51-D8D6-1E51-350F-FD60E5FC459A}"/>
              </a:ext>
            </a:extLst>
          </p:cNvPr>
          <p:cNvCxnSpPr>
            <a:cxnSpLocks/>
          </p:cNvCxnSpPr>
          <p:nvPr/>
        </p:nvCxnSpPr>
        <p:spPr>
          <a:xfrm>
            <a:off x="1702434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2ECF7F6-89D0-2E17-7709-37D56DED2217}"/>
              </a:ext>
            </a:extLst>
          </p:cNvPr>
          <p:cNvCxnSpPr>
            <a:cxnSpLocks/>
          </p:cNvCxnSpPr>
          <p:nvPr/>
        </p:nvCxnSpPr>
        <p:spPr>
          <a:xfrm>
            <a:off x="1688840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301194D-7B15-FD8F-0A15-CB55082C37DD}"/>
              </a:ext>
            </a:extLst>
          </p:cNvPr>
          <p:cNvCxnSpPr>
            <a:cxnSpLocks/>
          </p:cNvCxnSpPr>
          <p:nvPr/>
        </p:nvCxnSpPr>
        <p:spPr>
          <a:xfrm>
            <a:off x="2588940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6CB6EF5-EC6F-377A-A3E8-09D33259F10A}"/>
                  </a:ext>
                </a:extLst>
              </p:cNvPr>
              <p:cNvSpPr txBox="1"/>
              <p:nvPr/>
            </p:nvSpPr>
            <p:spPr>
              <a:xfrm>
                <a:off x="1780872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6CB6EF5-EC6F-377A-A3E8-09D33259F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872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FCAD9B09-4369-F6D5-E3CB-0D54DCBBE85F}"/>
              </a:ext>
            </a:extLst>
          </p:cNvPr>
          <p:cNvSpPr txBox="1"/>
          <p:nvPr/>
        </p:nvSpPr>
        <p:spPr>
          <a:xfrm>
            <a:off x="1767645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0C17D09-F73A-2F29-4E29-E905FA0C8826}"/>
              </a:ext>
            </a:extLst>
          </p:cNvPr>
          <p:cNvSpPr/>
          <p:nvPr/>
        </p:nvSpPr>
        <p:spPr>
          <a:xfrm>
            <a:off x="413470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5FAA03-B915-3FEC-4FE9-9F3DB9D04654}"/>
              </a:ext>
            </a:extLst>
          </p:cNvPr>
          <p:cNvSpPr txBox="1"/>
          <p:nvPr/>
        </p:nvSpPr>
        <p:spPr>
          <a:xfrm>
            <a:off x="1796853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6E53CC26-009E-FA91-9501-DA2958728DF5}"/>
                  </a:ext>
                </a:extLst>
              </p:cNvPr>
              <p:cNvSpPr txBox="1"/>
              <p:nvPr/>
            </p:nvSpPr>
            <p:spPr>
              <a:xfrm>
                <a:off x="-7610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!!1">
                <a:extLst>
                  <a:ext uri="{FF2B5EF4-FFF2-40B4-BE49-F238E27FC236}">
                    <a16:creationId xmlns:a16="http://schemas.microsoft.com/office/drawing/2014/main" id="{6E53CC26-009E-FA91-9501-DA2958728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10" y="3945568"/>
                <a:ext cx="1804463" cy="283860"/>
              </a:xfrm>
              <a:prstGeom prst="rect">
                <a:avLst/>
              </a:prstGeom>
              <a:blipFill>
                <a:blip r:embed="rId4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7EF5D027-DE21-6936-4EA5-AF88561C9B64}"/>
                  </a:ext>
                </a:extLst>
              </p:cNvPr>
              <p:cNvSpPr txBox="1"/>
              <p:nvPr/>
            </p:nvSpPr>
            <p:spPr>
              <a:xfrm>
                <a:off x="22819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!!2">
                <a:extLst>
                  <a:ext uri="{FF2B5EF4-FFF2-40B4-BE49-F238E27FC236}">
                    <a16:creationId xmlns:a16="http://schemas.microsoft.com/office/drawing/2014/main" id="{7EF5D027-DE21-6936-4EA5-AF88561C9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960" y="3911551"/>
                <a:ext cx="3642241" cy="283860"/>
              </a:xfrm>
              <a:prstGeom prst="rect">
                <a:avLst/>
              </a:prstGeom>
              <a:blipFill>
                <a:blip r:embed="rId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!!3">
                <a:extLst>
                  <a:ext uri="{FF2B5EF4-FFF2-40B4-BE49-F238E27FC236}">
                    <a16:creationId xmlns:a16="http://schemas.microsoft.com/office/drawing/2014/main" id="{353FAE6B-A513-30B3-EC3F-9BD1F92AB922}"/>
                  </a:ext>
                </a:extLst>
              </p:cNvPr>
              <p:cNvSpPr txBox="1"/>
              <p:nvPr/>
            </p:nvSpPr>
            <p:spPr>
              <a:xfrm>
                <a:off x="1625667" y="3933056"/>
                <a:ext cx="172622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!!3">
                <a:extLst>
                  <a:ext uri="{FF2B5EF4-FFF2-40B4-BE49-F238E27FC236}">
                    <a16:creationId xmlns:a16="http://schemas.microsoft.com/office/drawing/2014/main" id="{353FAE6B-A513-30B3-EC3F-9BD1F92AB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67" y="3933056"/>
                <a:ext cx="1726220" cy="276999"/>
              </a:xfrm>
              <a:prstGeom prst="rect">
                <a:avLst/>
              </a:prstGeom>
              <a:blipFill>
                <a:blip r:embed="rId1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5F45D56-ED86-C94C-A323-B32C3734BCE5}"/>
                  </a:ext>
                </a:extLst>
              </p:cNvPr>
              <p:cNvSpPr txBox="1"/>
              <p:nvPr/>
            </p:nvSpPr>
            <p:spPr>
              <a:xfrm>
                <a:off x="6921017" y="3393810"/>
                <a:ext cx="2939907" cy="463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sz="1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1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1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1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5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15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1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5F45D56-ED86-C94C-A323-B32C3734B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017" y="3393810"/>
                <a:ext cx="2939907" cy="46326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12A2FD1E-7848-8061-3361-A321D22F7A03}"/>
              </a:ext>
            </a:extLst>
          </p:cNvPr>
          <p:cNvSpPr txBox="1"/>
          <p:nvPr/>
        </p:nvSpPr>
        <p:spPr>
          <a:xfrm>
            <a:off x="5699956" y="3016172"/>
            <a:ext cx="53561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5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zh-C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zh-CN" sz="15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Schrödinger Equation</a:t>
            </a:r>
            <a:endParaRPr lang="zh-CN" alt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A47672B9-1D54-C938-DD24-1B7062BF29DD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50025" r="10305"/>
          <a:stretch>
            <a:fillRect/>
          </a:stretch>
        </p:blipFill>
        <p:spPr>
          <a:xfrm rot="10800000">
            <a:off x="-6171535" y="4281"/>
            <a:ext cx="6153621" cy="6849438"/>
          </a:xfrm>
          <a:prstGeom prst="rect">
            <a:avLst/>
          </a:prstGeom>
        </p:spPr>
      </p:pic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B7D4237E-CA7B-4167-F9B6-9E66F8462442}"/>
              </a:ext>
            </a:extLst>
          </p:cNvPr>
          <p:cNvSpPr/>
          <p:nvPr/>
        </p:nvSpPr>
        <p:spPr>
          <a:xfrm>
            <a:off x="-6448947" y="1148715"/>
            <a:ext cx="6424725" cy="1956249"/>
          </a:xfrm>
          <a:custGeom>
            <a:avLst/>
            <a:gdLst>
              <a:gd name="csX0" fmla="*/ 0 w 5640404"/>
              <a:gd name="csY0" fmla="*/ 2234905 h 2376597"/>
              <a:gd name="csX1" fmla="*/ 2781701 w 5640404"/>
              <a:gd name="csY1" fmla="*/ 2157903 h 2376597"/>
              <a:gd name="csX2" fmla="*/ 3060833 w 5640404"/>
              <a:gd name="csY2" fmla="*/ 165473 h 2376597"/>
              <a:gd name="csX3" fmla="*/ 5640404 w 5640404"/>
              <a:gd name="csY3" fmla="*/ 252101 h 2376597"/>
              <a:gd name="csX0" fmla="*/ 0 w 5640404"/>
              <a:gd name="csY0" fmla="*/ 2234905 h 2248847"/>
              <a:gd name="csX1" fmla="*/ 2929021 w 5640404"/>
              <a:gd name="csY1" fmla="*/ 1157143 h 2248847"/>
              <a:gd name="csX2" fmla="*/ 3060833 w 5640404"/>
              <a:gd name="csY2" fmla="*/ 165473 h 2248847"/>
              <a:gd name="csX3" fmla="*/ 5640404 w 5640404"/>
              <a:gd name="csY3" fmla="*/ 252101 h 2248847"/>
              <a:gd name="csX0" fmla="*/ 0 w 5640404"/>
              <a:gd name="csY0" fmla="*/ 2234905 h 2316481"/>
              <a:gd name="csX1" fmla="*/ 2929021 w 5640404"/>
              <a:gd name="csY1" fmla="*/ 1157143 h 2316481"/>
              <a:gd name="csX2" fmla="*/ 3060833 w 5640404"/>
              <a:gd name="csY2" fmla="*/ 165473 h 2316481"/>
              <a:gd name="csX3" fmla="*/ 5640404 w 5640404"/>
              <a:gd name="csY3" fmla="*/ 252101 h 2316481"/>
              <a:gd name="csX0" fmla="*/ 0 w 5640404"/>
              <a:gd name="csY0" fmla="*/ 1982804 h 1996547"/>
              <a:gd name="csX1" fmla="*/ 2929021 w 5640404"/>
              <a:gd name="csY1" fmla="*/ 905042 h 1996547"/>
              <a:gd name="csX2" fmla="*/ 5640404 w 5640404"/>
              <a:gd name="csY2" fmla="*/ 0 h 1996547"/>
              <a:gd name="csX0" fmla="*/ 0 w 5640404"/>
              <a:gd name="csY0" fmla="*/ 1982804 h 2065514"/>
              <a:gd name="csX1" fmla="*/ 2929021 w 5640404"/>
              <a:gd name="csY1" fmla="*/ 905042 h 2065514"/>
              <a:gd name="csX2" fmla="*/ 5640404 w 5640404"/>
              <a:gd name="csY2" fmla="*/ 0 h 2065514"/>
              <a:gd name="csX0" fmla="*/ 0 w 5640404"/>
              <a:gd name="csY0" fmla="*/ 1982804 h 1982804"/>
              <a:gd name="csX1" fmla="*/ 2929021 w 5640404"/>
              <a:gd name="csY1" fmla="*/ 905042 h 1982804"/>
              <a:gd name="csX2" fmla="*/ 5640404 w 5640404"/>
              <a:gd name="csY2" fmla="*/ 0 h 1982804"/>
              <a:gd name="csX0" fmla="*/ 0 w 5640404"/>
              <a:gd name="csY0" fmla="*/ 2056878 h 2056878"/>
              <a:gd name="csX1" fmla="*/ 2929021 w 5640404"/>
              <a:gd name="csY1" fmla="*/ 979116 h 2056878"/>
              <a:gd name="csX2" fmla="*/ 5640404 w 5640404"/>
              <a:gd name="csY2" fmla="*/ 74074 h 2056878"/>
              <a:gd name="csX0" fmla="*/ 0 w 5640404"/>
              <a:gd name="csY0" fmla="*/ 2062310 h 2062310"/>
              <a:gd name="csX1" fmla="*/ 2929021 w 5640404"/>
              <a:gd name="csY1" fmla="*/ 969308 h 2062310"/>
              <a:gd name="csX2" fmla="*/ 5640404 w 5640404"/>
              <a:gd name="csY2" fmla="*/ 79506 h 2062310"/>
              <a:gd name="csX0" fmla="*/ 0 w 5640404"/>
              <a:gd name="csY0" fmla="*/ 1993651 h 1993651"/>
              <a:gd name="csX1" fmla="*/ 2929021 w 5640404"/>
              <a:gd name="csY1" fmla="*/ 900649 h 1993651"/>
              <a:gd name="csX2" fmla="*/ 5640404 w 5640404"/>
              <a:gd name="csY2" fmla="*/ 10847 h 1993651"/>
              <a:gd name="csX0" fmla="*/ 0 w 5640404"/>
              <a:gd name="csY0" fmla="*/ 2019474 h 2019474"/>
              <a:gd name="csX1" fmla="*/ 2929021 w 5640404"/>
              <a:gd name="csY1" fmla="*/ 926472 h 2019474"/>
              <a:gd name="csX2" fmla="*/ 5640404 w 5640404"/>
              <a:gd name="csY2" fmla="*/ 36670 h 2019474"/>
              <a:gd name="csX0" fmla="*/ 0 w 5640404"/>
              <a:gd name="csY0" fmla="*/ 1995371 h 1995371"/>
              <a:gd name="csX1" fmla="*/ 2913781 w 5640404"/>
              <a:gd name="csY1" fmla="*/ 1019209 h 1995371"/>
              <a:gd name="csX2" fmla="*/ 5640404 w 5640404"/>
              <a:gd name="csY2" fmla="*/ 12567 h 1995371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5640404"/>
              <a:gd name="csY0" fmla="*/ 1989064 h 1989064"/>
              <a:gd name="csX1" fmla="*/ 2913781 w 5640404"/>
              <a:gd name="csY1" fmla="*/ 1012902 h 1989064"/>
              <a:gd name="csX2" fmla="*/ 5640404 w 5640404"/>
              <a:gd name="csY2" fmla="*/ 6260 h 198906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029870"/>
              <a:gd name="csY0" fmla="*/ 1970104 h 1970104"/>
              <a:gd name="csX1" fmla="*/ 2913781 w 6029870"/>
              <a:gd name="csY1" fmla="*/ 993942 h 1970104"/>
              <a:gd name="csX2" fmla="*/ 6029870 w 6029870"/>
              <a:gd name="csY2" fmla="*/ 0 h 1970104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  <a:gd name="csX0" fmla="*/ 0 w 6424725"/>
              <a:gd name="csY0" fmla="*/ 1956249 h 1956249"/>
              <a:gd name="csX1" fmla="*/ 3308636 w 6424725"/>
              <a:gd name="csY1" fmla="*/ 993942 h 1956249"/>
              <a:gd name="csX2" fmla="*/ 6424725 w 6424725"/>
              <a:gd name="csY2" fmla="*/ 0 h 195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24725" h="1956249">
                <a:moveTo>
                  <a:pt x="0" y="1956249"/>
                </a:moveTo>
                <a:cubicBezTo>
                  <a:pt x="3088194" y="1917480"/>
                  <a:pt x="2618849" y="2033492"/>
                  <a:pt x="3308636" y="993942"/>
                </a:cubicBezTo>
                <a:cubicBezTo>
                  <a:pt x="3998423" y="-45608"/>
                  <a:pt x="3730488" y="27684"/>
                  <a:pt x="6424725" y="0"/>
                </a:cubicBezTo>
              </a:path>
            </a:pathLst>
          </a:custGeom>
          <a:noFill/>
          <a:ln>
            <a:solidFill>
              <a:srgbClr val="000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3126C6B-1E0B-8B36-F4C9-ECFE7FB8EB50}"/>
              </a:ext>
            </a:extLst>
          </p:cNvPr>
          <p:cNvSpPr txBox="1"/>
          <p:nvPr/>
        </p:nvSpPr>
        <p:spPr>
          <a:xfrm>
            <a:off x="-5965340" y="2464028"/>
            <a:ext cx="5040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621D17F-443A-FC5F-9957-BE04A2B15224}"/>
                  </a:ext>
                </a:extLst>
              </p:cNvPr>
              <p:cNvSpPr txBox="1"/>
              <p:nvPr/>
            </p:nvSpPr>
            <p:spPr>
              <a:xfrm>
                <a:off x="-2616968" y="3897052"/>
                <a:ext cx="1310159" cy="3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b="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zh-CN" altLang="en-US" sz="1200" i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ⅈ</m:t>
                          </m:r>
                          <m:f>
                            <m:fPr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621D17F-443A-FC5F-9957-BE04A2B15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16968" y="3897052"/>
                <a:ext cx="1310159" cy="363946"/>
              </a:xfrm>
              <a:prstGeom prst="rect">
                <a:avLst/>
              </a:prstGeom>
              <a:blipFill>
                <a:blip r:embed="rId19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9E60F4B-C22E-0669-9C22-1FD9A096050D}"/>
              </a:ext>
            </a:extLst>
          </p:cNvPr>
          <p:cNvCxnSpPr>
            <a:cxnSpLocks/>
          </p:cNvCxnSpPr>
          <p:nvPr/>
        </p:nvCxnSpPr>
        <p:spPr>
          <a:xfrm>
            <a:off x="-27743" y="741600"/>
            <a:ext cx="0" cy="5572800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5B0CD75-29FF-8953-6E79-D428DACA9363}"/>
              </a:ext>
            </a:extLst>
          </p:cNvPr>
          <p:cNvCxnSpPr>
            <a:cxnSpLocks/>
          </p:cNvCxnSpPr>
          <p:nvPr/>
        </p:nvCxnSpPr>
        <p:spPr>
          <a:xfrm>
            <a:off x="-7945560" y="3104964"/>
            <a:ext cx="792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B2A4AEA-479E-8D55-99F8-7D886580F234}"/>
              </a:ext>
            </a:extLst>
          </p:cNvPr>
          <p:cNvCxnSpPr>
            <a:cxnSpLocks/>
          </p:cNvCxnSpPr>
          <p:nvPr/>
        </p:nvCxnSpPr>
        <p:spPr>
          <a:xfrm flipV="1">
            <a:off x="-1510418" y="1167884"/>
            <a:ext cx="45578" cy="19370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03C1B50-6C21-DD7F-3FFE-57B7BF2F5A83}"/>
                  </a:ext>
                </a:extLst>
              </p:cNvPr>
              <p:cNvSpPr txBox="1"/>
              <p:nvPr/>
            </p:nvSpPr>
            <p:spPr>
              <a:xfrm>
                <a:off x="-1536848" y="2012001"/>
                <a:ext cx="4320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03C1B50-6C21-DD7F-3FFE-57B7BF2F5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36848" y="2012001"/>
                <a:ext cx="432048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46">
            <a:extLst>
              <a:ext uri="{FF2B5EF4-FFF2-40B4-BE49-F238E27FC236}">
                <a16:creationId xmlns:a16="http://schemas.microsoft.com/office/drawing/2014/main" id="{396EFFB5-D73F-FAB3-7500-5D6072937B1E}"/>
              </a:ext>
            </a:extLst>
          </p:cNvPr>
          <p:cNvSpPr txBox="1"/>
          <p:nvPr/>
        </p:nvSpPr>
        <p:spPr>
          <a:xfrm>
            <a:off x="-1128283" y="567008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zh-CN" dirty="0"/>
              <a:t>-</a:t>
            </a:r>
            <a:r>
              <a:rPr lang="en-US" altLang="zh-CN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altLang="zh-CN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A5B1EBB9-1888-0E60-68B4-8C8BC89E2767}"/>
                  </a:ext>
                </a:extLst>
              </p:cNvPr>
              <p:cNvSpPr txBox="1"/>
              <p:nvPr/>
            </p:nvSpPr>
            <p:spPr>
              <a:xfrm>
                <a:off x="-3409056" y="3320988"/>
                <a:ext cx="2700300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1200" i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A5B1EBB9-1888-0E60-68B4-8C8BC89E2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09056" y="3320988"/>
                <a:ext cx="2700300" cy="47404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!!文本框 9">
                <a:extLst>
                  <a:ext uri="{FF2B5EF4-FFF2-40B4-BE49-F238E27FC236}">
                    <a16:creationId xmlns:a16="http://schemas.microsoft.com/office/drawing/2014/main" id="{DB5EC0C2-3000-A863-BB10-86A95F25BE49}"/>
                  </a:ext>
                </a:extLst>
              </p:cNvPr>
              <p:cNvSpPr txBox="1"/>
              <p:nvPr/>
            </p:nvSpPr>
            <p:spPr>
              <a:xfrm>
                <a:off x="-2652972" y="3320988"/>
                <a:ext cx="2700300" cy="520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>
                  <a:ln>
                    <a:noFill/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9" name="!!文本框 9">
                <a:extLst>
                  <a:ext uri="{FF2B5EF4-FFF2-40B4-BE49-F238E27FC236}">
                    <a16:creationId xmlns:a16="http://schemas.microsoft.com/office/drawing/2014/main" id="{DB5EC0C2-3000-A863-BB10-86A95F25B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52972" y="3320988"/>
                <a:ext cx="2700300" cy="52046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!!文本框 38">
                <a:extLst>
                  <a:ext uri="{FF2B5EF4-FFF2-40B4-BE49-F238E27FC236}">
                    <a16:creationId xmlns:a16="http://schemas.microsoft.com/office/drawing/2014/main" id="{6129B6F8-068B-0F15-3D8D-5AB1E6AD2357}"/>
                  </a:ext>
                </a:extLst>
              </p:cNvPr>
              <p:cNvSpPr txBox="1"/>
              <p:nvPr/>
            </p:nvSpPr>
            <p:spPr>
              <a:xfrm>
                <a:off x="-2342951" y="4286433"/>
                <a:ext cx="1310159" cy="366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altLang="zh-CN" sz="1200" b="0" i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!!文本框 38">
                <a:extLst>
                  <a:ext uri="{FF2B5EF4-FFF2-40B4-BE49-F238E27FC236}">
                    <a16:creationId xmlns:a16="http://schemas.microsoft.com/office/drawing/2014/main" id="{6129B6F8-068B-0F15-3D8D-5AB1E6AD2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42951" y="4286433"/>
                <a:ext cx="1310159" cy="366703"/>
              </a:xfrm>
              <a:prstGeom prst="rect">
                <a:avLst/>
              </a:prstGeom>
              <a:blipFill>
                <a:blip r:embed="rId23"/>
                <a:stretch>
                  <a:fillRect r="-930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本框 51">
            <a:extLst>
              <a:ext uri="{FF2B5EF4-FFF2-40B4-BE49-F238E27FC236}">
                <a16:creationId xmlns:a16="http://schemas.microsoft.com/office/drawing/2014/main" id="{8A9D469C-DA84-A6A0-066B-2A8343D44B56}"/>
              </a:ext>
            </a:extLst>
          </p:cNvPr>
          <p:cNvSpPr txBox="1"/>
          <p:nvPr/>
        </p:nvSpPr>
        <p:spPr>
          <a:xfrm>
            <a:off x="-708756" y="575264"/>
            <a:ext cx="73900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&lt;0</a:t>
            </a:r>
            <a:endParaRPr lang="en-US" altLang="zh-CN" baseline="-25000" dirty="0">
              <a:solidFill>
                <a:srgbClr val="C00000"/>
              </a:solidFill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D660B4E-F494-3434-58F3-01BB4193787F}"/>
              </a:ext>
            </a:extLst>
          </p:cNvPr>
          <p:cNvCxnSpPr>
            <a:cxnSpLocks/>
          </p:cNvCxnSpPr>
          <p:nvPr/>
        </p:nvCxnSpPr>
        <p:spPr>
          <a:xfrm flipV="1">
            <a:off x="-6001344" y="2826679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7BDCB2E-DBA5-75FF-3D63-4A3F25BC9D8B}"/>
              </a:ext>
            </a:extLst>
          </p:cNvPr>
          <p:cNvCxnSpPr>
            <a:cxnSpLocks/>
          </p:cNvCxnSpPr>
          <p:nvPr/>
        </p:nvCxnSpPr>
        <p:spPr>
          <a:xfrm flipV="1">
            <a:off x="-1068796" y="908720"/>
            <a:ext cx="61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9B6663C-E838-8936-F8ED-B04556C51FCB}"/>
                  </a:ext>
                </a:extLst>
              </p:cNvPr>
              <p:cNvSpPr txBox="1"/>
              <p:nvPr/>
            </p:nvSpPr>
            <p:spPr>
              <a:xfrm>
                <a:off x="-2400944" y="4703831"/>
                <a:ext cx="2386581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altLang="zh-CN" sz="1200" b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/2</m:t>
                      </m:r>
                      <m:r>
                        <a:rPr lang="zh-CN" altLang="en-US" sz="12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9B6663C-E838-8936-F8ED-B04556C51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00944" y="4703831"/>
                <a:ext cx="2386581" cy="492314"/>
              </a:xfrm>
              <a:prstGeom prst="rect">
                <a:avLst/>
              </a:prstGeom>
              <a:blipFill>
                <a:blip r:embed="rId2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77F6B33-523B-4819-B13D-6EA8FA9D3FE7}"/>
                  </a:ext>
                </a:extLst>
              </p:cNvPr>
              <p:cNvSpPr txBox="1"/>
              <p:nvPr/>
            </p:nvSpPr>
            <p:spPr>
              <a:xfrm>
                <a:off x="-2796988" y="5348954"/>
                <a:ext cx="2757625" cy="49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CN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zh-CN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77F6B33-523B-4819-B13D-6EA8FA9D3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96988" y="5348954"/>
                <a:ext cx="2757625" cy="492314"/>
              </a:xfrm>
              <a:prstGeom prst="rect">
                <a:avLst/>
              </a:prstGeom>
              <a:blipFill>
                <a:blip r:embed="rId2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1">
                <a:extLst>
                  <a:ext uri="{FF2B5EF4-FFF2-40B4-BE49-F238E27FC236}">
                    <a16:creationId xmlns:a16="http://schemas.microsoft.com/office/drawing/2014/main" id="{F1A1061C-27FA-582C-8B0B-12C0FD2D1F9B}"/>
                  </a:ext>
                </a:extLst>
              </p:cNvPr>
              <p:cNvSpPr txBox="1"/>
              <p:nvPr/>
            </p:nvSpPr>
            <p:spPr>
              <a:xfrm>
                <a:off x="-2417413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1">
                <a:extLst>
                  <a:ext uri="{FF2B5EF4-FFF2-40B4-BE49-F238E27FC236}">
                    <a16:creationId xmlns:a16="http://schemas.microsoft.com/office/drawing/2014/main" id="{F1A1061C-27FA-582C-8B0B-12C0FD2D1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17413" y="5510697"/>
                <a:ext cx="808557" cy="283026"/>
              </a:xfrm>
              <a:prstGeom prst="rect">
                <a:avLst/>
              </a:prstGeom>
              <a:blipFill>
                <a:blip r:embed="rId26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2">
                <a:extLst>
                  <a:ext uri="{FF2B5EF4-FFF2-40B4-BE49-F238E27FC236}">
                    <a16:creationId xmlns:a16="http://schemas.microsoft.com/office/drawing/2014/main" id="{14FA2D59-CE04-3FB5-0B51-7B13EE674A38}"/>
                  </a:ext>
                </a:extLst>
              </p:cNvPr>
              <p:cNvSpPr txBox="1"/>
              <p:nvPr/>
            </p:nvSpPr>
            <p:spPr>
              <a:xfrm>
                <a:off x="-2417413" y="5510697"/>
                <a:ext cx="808557" cy="28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2">
                <a:extLst>
                  <a:ext uri="{FF2B5EF4-FFF2-40B4-BE49-F238E27FC236}">
                    <a16:creationId xmlns:a16="http://schemas.microsoft.com/office/drawing/2014/main" id="{14FA2D59-CE04-3FB5-0B51-7B13EE674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17413" y="5510697"/>
                <a:ext cx="808557" cy="283026"/>
              </a:xfrm>
              <a:prstGeom prst="rect">
                <a:avLst/>
              </a:prstGeom>
              <a:blipFill>
                <a:blip r:embed="rId27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111">
            <a:extLst>
              <a:ext uri="{FF2B5EF4-FFF2-40B4-BE49-F238E27FC236}">
                <a16:creationId xmlns:a16="http://schemas.microsoft.com/office/drawing/2014/main" id="{9858D8EB-A941-36A5-8A0A-7DF1E586DEE7}"/>
              </a:ext>
            </a:extLst>
          </p:cNvPr>
          <p:cNvSpPr txBox="1"/>
          <p:nvPr/>
        </p:nvSpPr>
        <p:spPr>
          <a:xfrm>
            <a:off x="2914757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无左行波，只有透射波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" name="111">
            <a:extLst>
              <a:ext uri="{FF2B5EF4-FFF2-40B4-BE49-F238E27FC236}">
                <a16:creationId xmlns:a16="http://schemas.microsoft.com/office/drawing/2014/main" id="{582776F3-F60B-B0D2-7D4F-3268CB6DC2F0}"/>
              </a:ext>
            </a:extLst>
          </p:cNvPr>
          <p:cNvSpPr txBox="1"/>
          <p:nvPr/>
        </p:nvSpPr>
        <p:spPr>
          <a:xfrm>
            <a:off x="-253595" y="4117248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一进一出：入射波 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反射波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0" name="111">
            <a:extLst>
              <a:ext uri="{FF2B5EF4-FFF2-40B4-BE49-F238E27FC236}">
                <a16:creationId xmlns:a16="http://schemas.microsoft.com/office/drawing/2014/main" id="{E2F34262-6921-E900-BCB6-BF637B982DED}"/>
              </a:ext>
            </a:extLst>
          </p:cNvPr>
          <p:cNvSpPr txBox="1"/>
          <p:nvPr/>
        </p:nvSpPr>
        <p:spPr>
          <a:xfrm>
            <a:off x="1356963" y="4112217"/>
            <a:ext cx="1921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衰减，但不为零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3A47F7-886F-6987-8138-1A0FC70FDB09}"/>
              </a:ext>
            </a:extLst>
          </p:cNvPr>
          <p:cNvSpPr txBox="1"/>
          <p:nvPr/>
        </p:nvSpPr>
        <p:spPr>
          <a:xfrm>
            <a:off x="1559496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990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C50C4-A588-ADA1-8463-A9E43E7F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F1448C5-8D7E-041B-BADD-CF5CB574AE9B}"/>
                  </a:ext>
                </a:extLst>
              </p:cNvPr>
              <p:cNvSpPr txBox="1"/>
              <p:nvPr/>
            </p:nvSpPr>
            <p:spPr>
              <a:xfrm>
                <a:off x="6921017" y="1597580"/>
                <a:ext cx="2939907" cy="463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sz="1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1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1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1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5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15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1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F1448C5-8D7E-041B-BADD-CF5CB574A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017" y="1597580"/>
                <a:ext cx="2939907" cy="46326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21F2C29D-2E82-8A6D-5171-206BF9CCE007}"/>
              </a:ext>
            </a:extLst>
          </p:cNvPr>
          <p:cNvCxnSpPr>
            <a:cxnSpLocks/>
          </p:cNvCxnSpPr>
          <p:nvPr/>
        </p:nvCxnSpPr>
        <p:spPr>
          <a:xfrm>
            <a:off x="-3717422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0CED0E2-26E2-D39C-DEAB-215CB31F399A}"/>
              </a:ext>
            </a:extLst>
          </p:cNvPr>
          <p:cNvSpPr txBox="1"/>
          <p:nvPr/>
        </p:nvSpPr>
        <p:spPr>
          <a:xfrm>
            <a:off x="5699956" y="1219942"/>
            <a:ext cx="53561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500" i="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zh-CN" sz="1500" i="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Schrödinger Equation</a:t>
            </a:r>
            <a:endParaRPr lang="zh-CN" altLang="en-US" sz="15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6384397-F7FB-0306-674B-2B379B1CFF85}"/>
                  </a:ext>
                </a:extLst>
              </p:cNvPr>
              <p:cNvSpPr txBox="1"/>
              <p:nvPr/>
            </p:nvSpPr>
            <p:spPr>
              <a:xfrm>
                <a:off x="7536160" y="2640392"/>
                <a:ext cx="3312368" cy="278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6384397-F7FB-0306-674B-2B379B1CF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0" y="2640392"/>
                <a:ext cx="3312368" cy="278602"/>
              </a:xfrm>
              <a:prstGeom prst="rect">
                <a:avLst/>
              </a:prstGeom>
              <a:blipFill>
                <a:blip r:embed="rId1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A8D671FF-03F9-42EC-2C2E-1BF072D81F76}"/>
              </a:ext>
            </a:extLst>
          </p:cNvPr>
          <p:cNvSpPr txBox="1"/>
          <p:nvPr/>
        </p:nvSpPr>
        <p:spPr>
          <a:xfrm>
            <a:off x="6200937" y="2636912"/>
            <a:ext cx="7200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区域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区域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区域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11D2A85-7811-7F6C-CDF5-6EE920B14A38}"/>
                  </a:ext>
                </a:extLst>
              </p:cNvPr>
              <p:cNvSpPr txBox="1"/>
              <p:nvPr/>
            </p:nvSpPr>
            <p:spPr>
              <a:xfrm>
                <a:off x="7536160" y="2995994"/>
                <a:ext cx="3386514" cy="2655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1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zh-CN" altLang="en-US" sz="1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zh-CN" altLang="en-US" sz="1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  <m:sup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=+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</m:oMath>
                  </m:oMathPara>
                </a14:m>
                <a:endParaRPr lang="en-US" altLang="zh-CN" sz="1200" i="1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  <a:p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endParaRPr lang="en-US" altLang="zh-CN" sz="1200" i="1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  <a:effectLst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zh-CN" altLang="en-US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11D2A85-7811-7F6C-CDF5-6EE920B14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0" y="2995994"/>
                <a:ext cx="3386514" cy="265585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!!3">
                <a:extLst>
                  <a:ext uri="{FF2B5EF4-FFF2-40B4-BE49-F238E27FC236}">
                    <a16:creationId xmlns:a16="http://schemas.microsoft.com/office/drawing/2014/main" id="{469EE2A3-60BA-72C5-5DB8-B11CC63AF686}"/>
                  </a:ext>
                </a:extLst>
              </p:cNvPr>
              <p:cNvSpPr txBox="1"/>
              <p:nvPr/>
            </p:nvSpPr>
            <p:spPr>
              <a:xfrm>
                <a:off x="5874138" y="6887492"/>
                <a:ext cx="5356113" cy="1618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𝑘𝑎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endChr m:val=""/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  <a:p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!!3">
                <a:extLst>
                  <a:ext uri="{FF2B5EF4-FFF2-40B4-BE49-F238E27FC236}">
                    <a16:creationId xmlns:a16="http://schemas.microsoft.com/office/drawing/2014/main" id="{469EE2A3-60BA-72C5-5DB8-B11CC63AF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138" y="6887492"/>
                <a:ext cx="5356113" cy="161807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E8999C8-FE7F-5161-C132-0E0466218622}"/>
              </a:ext>
            </a:extLst>
          </p:cNvPr>
          <p:cNvCxnSpPr/>
          <p:nvPr/>
        </p:nvCxnSpPr>
        <p:spPr>
          <a:xfrm flipV="1">
            <a:off x="1688840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2EA817B-4909-A41B-3F3D-53AB05E0A76A}"/>
              </a:ext>
            </a:extLst>
          </p:cNvPr>
          <p:cNvSpPr/>
          <p:nvPr/>
        </p:nvSpPr>
        <p:spPr>
          <a:xfrm>
            <a:off x="1056007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0601A05-6ABE-CF2D-0F67-E6BB4C4A87D1}"/>
              </a:ext>
            </a:extLst>
          </p:cNvPr>
          <p:cNvSpPr/>
          <p:nvPr/>
        </p:nvSpPr>
        <p:spPr>
          <a:xfrm>
            <a:off x="989855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E9E304B3-26D9-742F-FB8E-E443A9B7190A}"/>
              </a:ext>
            </a:extLst>
          </p:cNvPr>
          <p:cNvSpPr/>
          <p:nvPr/>
        </p:nvSpPr>
        <p:spPr>
          <a:xfrm flipH="1">
            <a:off x="-2917888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472047-4CF7-4B55-3CAF-A20CD7598240}"/>
              </a:ext>
            </a:extLst>
          </p:cNvPr>
          <p:cNvSpPr txBox="1"/>
          <p:nvPr/>
        </p:nvSpPr>
        <p:spPr>
          <a:xfrm>
            <a:off x="1112776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5110F5-F066-D07A-8DEA-E57FD450D9DF}"/>
              </a:ext>
            </a:extLst>
          </p:cNvPr>
          <p:cNvSpPr txBox="1"/>
          <p:nvPr/>
        </p:nvSpPr>
        <p:spPr>
          <a:xfrm>
            <a:off x="2785711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3F27E4F-0AF0-D39E-1F57-DD483BEC7F5D}"/>
              </a:ext>
            </a:extLst>
          </p:cNvPr>
          <p:cNvCxnSpPr>
            <a:cxnSpLocks/>
          </p:cNvCxnSpPr>
          <p:nvPr/>
        </p:nvCxnSpPr>
        <p:spPr>
          <a:xfrm>
            <a:off x="-374676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50A0BF9-DC51-6E7E-6F3F-71A2E301BCC5}"/>
              </a:ext>
            </a:extLst>
          </p:cNvPr>
          <p:cNvCxnSpPr>
            <a:cxnSpLocks/>
          </p:cNvCxnSpPr>
          <p:nvPr/>
        </p:nvCxnSpPr>
        <p:spPr>
          <a:xfrm>
            <a:off x="1042414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DEED783A-76F7-37B1-FE9A-EA3357A427D8}"/>
              </a:ext>
            </a:extLst>
          </p:cNvPr>
          <p:cNvSpPr/>
          <p:nvPr/>
        </p:nvSpPr>
        <p:spPr>
          <a:xfrm>
            <a:off x="1696982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7283D40-32CE-9929-F18F-DBCDD6408D75}"/>
              </a:ext>
            </a:extLst>
          </p:cNvPr>
          <p:cNvCxnSpPr>
            <a:cxnSpLocks/>
          </p:cNvCxnSpPr>
          <p:nvPr/>
        </p:nvCxnSpPr>
        <p:spPr>
          <a:xfrm>
            <a:off x="1702434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4ED41AC-362D-2A10-9DF9-515215B21FA0}"/>
              </a:ext>
            </a:extLst>
          </p:cNvPr>
          <p:cNvCxnSpPr>
            <a:cxnSpLocks/>
          </p:cNvCxnSpPr>
          <p:nvPr/>
        </p:nvCxnSpPr>
        <p:spPr>
          <a:xfrm>
            <a:off x="1688840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BAEF41F-8BBF-6C5F-C953-B4C6A347DAF6}"/>
              </a:ext>
            </a:extLst>
          </p:cNvPr>
          <p:cNvCxnSpPr>
            <a:cxnSpLocks/>
          </p:cNvCxnSpPr>
          <p:nvPr/>
        </p:nvCxnSpPr>
        <p:spPr>
          <a:xfrm>
            <a:off x="2588940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83E5536-B63C-0E97-07C0-F87898CF941E}"/>
                  </a:ext>
                </a:extLst>
              </p:cNvPr>
              <p:cNvSpPr txBox="1"/>
              <p:nvPr/>
            </p:nvSpPr>
            <p:spPr>
              <a:xfrm>
                <a:off x="1780872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83E5536-B63C-0E97-07C0-F87898CF9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872" y="3316291"/>
                <a:ext cx="756084" cy="246221"/>
              </a:xfrm>
              <a:prstGeom prst="rect">
                <a:avLst/>
              </a:prstGeom>
              <a:blipFill>
                <a:blip r:embed="rId2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>
            <a:extLst>
              <a:ext uri="{FF2B5EF4-FFF2-40B4-BE49-F238E27FC236}">
                <a16:creationId xmlns:a16="http://schemas.microsoft.com/office/drawing/2014/main" id="{86AFC2A0-9412-5477-C107-0FFF9117C2D5}"/>
              </a:ext>
            </a:extLst>
          </p:cNvPr>
          <p:cNvSpPr txBox="1"/>
          <p:nvPr/>
        </p:nvSpPr>
        <p:spPr>
          <a:xfrm>
            <a:off x="1767645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D4A50109-A54B-1385-8F26-E5D61244B46A}"/>
              </a:ext>
            </a:extLst>
          </p:cNvPr>
          <p:cNvSpPr/>
          <p:nvPr/>
        </p:nvSpPr>
        <p:spPr>
          <a:xfrm>
            <a:off x="413470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79827DC-7B6E-7F78-2524-62405E8AE073}"/>
              </a:ext>
            </a:extLst>
          </p:cNvPr>
          <p:cNvSpPr txBox="1"/>
          <p:nvPr/>
        </p:nvSpPr>
        <p:spPr>
          <a:xfrm>
            <a:off x="1796853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!!1">
                <a:extLst>
                  <a:ext uri="{FF2B5EF4-FFF2-40B4-BE49-F238E27FC236}">
                    <a16:creationId xmlns:a16="http://schemas.microsoft.com/office/drawing/2014/main" id="{E692A539-75A7-6E28-A146-1B8B5C5004C0}"/>
                  </a:ext>
                </a:extLst>
              </p:cNvPr>
              <p:cNvSpPr txBox="1"/>
              <p:nvPr/>
            </p:nvSpPr>
            <p:spPr>
              <a:xfrm>
                <a:off x="-7610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!!1">
                <a:extLst>
                  <a:ext uri="{FF2B5EF4-FFF2-40B4-BE49-F238E27FC236}">
                    <a16:creationId xmlns:a16="http://schemas.microsoft.com/office/drawing/2014/main" id="{E692A539-75A7-6E28-A146-1B8B5C500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10" y="3945568"/>
                <a:ext cx="1804463" cy="283860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!!2">
                <a:extLst>
                  <a:ext uri="{FF2B5EF4-FFF2-40B4-BE49-F238E27FC236}">
                    <a16:creationId xmlns:a16="http://schemas.microsoft.com/office/drawing/2014/main" id="{A001DD63-4618-1524-8FE4-8705A4A8E2EF}"/>
                  </a:ext>
                </a:extLst>
              </p:cNvPr>
              <p:cNvSpPr txBox="1"/>
              <p:nvPr/>
            </p:nvSpPr>
            <p:spPr>
              <a:xfrm>
                <a:off x="22819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!!2">
                <a:extLst>
                  <a:ext uri="{FF2B5EF4-FFF2-40B4-BE49-F238E27FC236}">
                    <a16:creationId xmlns:a16="http://schemas.microsoft.com/office/drawing/2014/main" id="{A001DD63-4618-1524-8FE4-8705A4A8E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960" y="3911551"/>
                <a:ext cx="3642241" cy="283860"/>
              </a:xfrm>
              <a:prstGeom prst="rect">
                <a:avLst/>
              </a:prstGeom>
              <a:blipFill>
                <a:blip r:embed="rId2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!!3">
                <a:extLst>
                  <a:ext uri="{FF2B5EF4-FFF2-40B4-BE49-F238E27FC236}">
                    <a16:creationId xmlns:a16="http://schemas.microsoft.com/office/drawing/2014/main" id="{DCD153B0-0CA0-6184-F816-0596C91B634C}"/>
                  </a:ext>
                </a:extLst>
              </p:cNvPr>
              <p:cNvSpPr txBox="1"/>
              <p:nvPr/>
            </p:nvSpPr>
            <p:spPr>
              <a:xfrm>
                <a:off x="1625667" y="3933056"/>
                <a:ext cx="172622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!!3">
                <a:extLst>
                  <a:ext uri="{FF2B5EF4-FFF2-40B4-BE49-F238E27FC236}">
                    <a16:creationId xmlns:a16="http://schemas.microsoft.com/office/drawing/2014/main" id="{DCD153B0-0CA0-6184-F816-0596C91B6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67" y="3933056"/>
                <a:ext cx="1726220" cy="276999"/>
              </a:xfrm>
              <a:prstGeom prst="rect">
                <a:avLst/>
              </a:prstGeom>
              <a:blipFill>
                <a:blip r:embed="rId2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EDBE077-F906-FC9E-1EE4-D910202CD0CC}"/>
              </a:ext>
            </a:extLst>
          </p:cNvPr>
          <p:cNvSpPr txBox="1"/>
          <p:nvPr/>
        </p:nvSpPr>
        <p:spPr>
          <a:xfrm>
            <a:off x="1559496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!!文本框 4">
            <a:extLst>
              <a:ext uri="{FF2B5EF4-FFF2-40B4-BE49-F238E27FC236}">
                <a16:creationId xmlns:a16="http://schemas.microsoft.com/office/drawing/2014/main" id="{5DF812EB-8607-FEA8-AFDB-64BA2A9AD9E3}"/>
              </a:ext>
            </a:extLst>
          </p:cNvPr>
          <p:cNvSpPr txBox="1"/>
          <p:nvPr/>
        </p:nvSpPr>
        <p:spPr>
          <a:xfrm>
            <a:off x="155797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591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C50C4-A588-ADA1-8463-A9E43E7F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F1448C5-8D7E-041B-BADD-CF5CB574AE9B}"/>
                  </a:ext>
                </a:extLst>
              </p:cNvPr>
              <p:cNvSpPr txBox="1"/>
              <p:nvPr/>
            </p:nvSpPr>
            <p:spPr>
              <a:xfrm>
                <a:off x="6921017" y="-1305930"/>
                <a:ext cx="2939907" cy="463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sz="1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1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1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1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5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15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1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F1448C5-8D7E-041B-BADD-CF5CB574A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017" y="-1305930"/>
                <a:ext cx="2939907" cy="4632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8D680F0-6A9D-4CCC-C7F7-60F115940F91}"/>
              </a:ext>
            </a:extLst>
          </p:cNvPr>
          <p:cNvCxnSpPr>
            <a:cxnSpLocks/>
          </p:cNvCxnSpPr>
          <p:nvPr/>
        </p:nvCxnSpPr>
        <p:spPr>
          <a:xfrm>
            <a:off x="-3717422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0CED0E2-26E2-D39C-DEAB-215CB31F399A}"/>
              </a:ext>
            </a:extLst>
          </p:cNvPr>
          <p:cNvSpPr txBox="1"/>
          <p:nvPr/>
        </p:nvSpPr>
        <p:spPr>
          <a:xfrm>
            <a:off x="5699956" y="-1683568"/>
            <a:ext cx="53561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500" i="0" dirty="0">
                <a:solidFill>
                  <a:schemeClr val="bg1">
                    <a:lumMod val="50000"/>
                  </a:schemeClr>
                </a:solidFill>
                <a:effectLst/>
                <a:latin typeface="PingFang SC"/>
              </a:rPr>
              <a:t>Time</a:t>
            </a:r>
            <a:r>
              <a:rPr lang="en-US" altLang="zh-CN" sz="1500" i="0" dirty="0">
                <a:solidFill>
                  <a:schemeClr val="bg1">
                    <a:lumMod val="50000"/>
                  </a:schemeClr>
                </a:solidFill>
                <a:effectLst/>
                <a:latin typeface="PingFang SC"/>
              </a:rPr>
              <a:t>-</a:t>
            </a:r>
            <a:r>
              <a:rPr lang="zh-CN" altLang="zh-CN" sz="1500" i="0" dirty="0">
                <a:solidFill>
                  <a:schemeClr val="bg1">
                    <a:lumMod val="50000"/>
                  </a:schemeClr>
                </a:solidFill>
                <a:effectLst/>
                <a:latin typeface="PingFang SC"/>
              </a:rPr>
              <a:t>Independent Schrödinger Equation</a:t>
            </a:r>
            <a:endParaRPr lang="zh-CN" altLang="en-US" sz="15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6384397-F7FB-0306-674B-2B379B1CFF85}"/>
                  </a:ext>
                </a:extLst>
              </p:cNvPr>
              <p:cNvSpPr txBox="1"/>
              <p:nvPr/>
            </p:nvSpPr>
            <p:spPr>
              <a:xfrm>
                <a:off x="7536160" y="-2884257"/>
                <a:ext cx="3312368" cy="637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6384397-F7FB-0306-674B-2B379B1CF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0" y="-2884257"/>
                <a:ext cx="3312368" cy="6379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!!3">
                <a:extLst>
                  <a:ext uri="{FF2B5EF4-FFF2-40B4-BE49-F238E27FC236}">
                    <a16:creationId xmlns:a16="http://schemas.microsoft.com/office/drawing/2014/main" id="{469EE2A3-60BA-72C5-5DB8-B11CC63AF686}"/>
                  </a:ext>
                </a:extLst>
              </p:cNvPr>
              <p:cNvSpPr txBox="1"/>
              <p:nvPr/>
            </p:nvSpPr>
            <p:spPr>
              <a:xfrm>
                <a:off x="5874138" y="2619964"/>
                <a:ext cx="5356113" cy="1618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𝑘𝑎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endChr m:val=""/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  <a:p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!!3">
                <a:extLst>
                  <a:ext uri="{FF2B5EF4-FFF2-40B4-BE49-F238E27FC236}">
                    <a16:creationId xmlns:a16="http://schemas.microsoft.com/office/drawing/2014/main" id="{469EE2A3-60BA-72C5-5DB8-B11CC63AF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138" y="2619964"/>
                <a:ext cx="5356113" cy="16180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D49F8F52-8AB8-5DA0-B88C-62855C7464D6}"/>
              </a:ext>
            </a:extLst>
          </p:cNvPr>
          <p:cNvSpPr txBox="1"/>
          <p:nvPr/>
        </p:nvSpPr>
        <p:spPr>
          <a:xfrm>
            <a:off x="7176120" y="4113076"/>
            <a:ext cx="4439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透射系数物理定义是透射概率流密度与入射概率流密度之比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44BA526-A50C-19D9-7F23-B66DB294C9B9}"/>
              </a:ext>
            </a:extLst>
          </p:cNvPr>
          <p:cNvCxnSpPr/>
          <p:nvPr/>
        </p:nvCxnSpPr>
        <p:spPr>
          <a:xfrm flipV="1">
            <a:off x="1688840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A333674A-06D4-08A9-0CFE-48C3B7F95660}"/>
              </a:ext>
            </a:extLst>
          </p:cNvPr>
          <p:cNvSpPr/>
          <p:nvPr/>
        </p:nvSpPr>
        <p:spPr>
          <a:xfrm>
            <a:off x="1056007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8F6F4EB-7012-AF73-100C-BAE0972BBCD4}"/>
              </a:ext>
            </a:extLst>
          </p:cNvPr>
          <p:cNvSpPr/>
          <p:nvPr/>
        </p:nvSpPr>
        <p:spPr>
          <a:xfrm>
            <a:off x="989855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7CCA1AB5-E216-80C3-8A84-E8F6BF4C3C68}"/>
              </a:ext>
            </a:extLst>
          </p:cNvPr>
          <p:cNvSpPr/>
          <p:nvPr/>
        </p:nvSpPr>
        <p:spPr>
          <a:xfrm flipH="1">
            <a:off x="-2917888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2CAB3F-317A-B5D0-65E3-8C5184FB0814}"/>
              </a:ext>
            </a:extLst>
          </p:cNvPr>
          <p:cNvSpPr txBox="1"/>
          <p:nvPr/>
        </p:nvSpPr>
        <p:spPr>
          <a:xfrm>
            <a:off x="1112776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7F0EF7-076C-1207-E115-5E97DD49E971}"/>
              </a:ext>
            </a:extLst>
          </p:cNvPr>
          <p:cNvSpPr txBox="1"/>
          <p:nvPr/>
        </p:nvSpPr>
        <p:spPr>
          <a:xfrm>
            <a:off x="2785711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7FFEDAD-D0C5-E3EB-18C6-40C277962F93}"/>
              </a:ext>
            </a:extLst>
          </p:cNvPr>
          <p:cNvCxnSpPr>
            <a:cxnSpLocks/>
          </p:cNvCxnSpPr>
          <p:nvPr/>
        </p:nvCxnSpPr>
        <p:spPr>
          <a:xfrm>
            <a:off x="-374676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6EEFF8D-3160-F8BA-03A1-DB1ACE73CC38}"/>
              </a:ext>
            </a:extLst>
          </p:cNvPr>
          <p:cNvCxnSpPr>
            <a:cxnSpLocks/>
          </p:cNvCxnSpPr>
          <p:nvPr/>
        </p:nvCxnSpPr>
        <p:spPr>
          <a:xfrm>
            <a:off x="1042414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FF615E55-C69B-5989-CC94-8F3A30D4F6F7}"/>
              </a:ext>
            </a:extLst>
          </p:cNvPr>
          <p:cNvSpPr/>
          <p:nvPr/>
        </p:nvSpPr>
        <p:spPr>
          <a:xfrm>
            <a:off x="1696982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566B8A4-C6E6-C693-1135-0159389EF775}"/>
              </a:ext>
            </a:extLst>
          </p:cNvPr>
          <p:cNvCxnSpPr>
            <a:cxnSpLocks/>
          </p:cNvCxnSpPr>
          <p:nvPr/>
        </p:nvCxnSpPr>
        <p:spPr>
          <a:xfrm>
            <a:off x="1702434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0662989-A9BA-FC56-62C0-867F7DFC5B49}"/>
              </a:ext>
            </a:extLst>
          </p:cNvPr>
          <p:cNvCxnSpPr>
            <a:cxnSpLocks/>
          </p:cNvCxnSpPr>
          <p:nvPr/>
        </p:nvCxnSpPr>
        <p:spPr>
          <a:xfrm>
            <a:off x="1688840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332B5D7-8B4D-7C29-35ED-3B841802E437}"/>
              </a:ext>
            </a:extLst>
          </p:cNvPr>
          <p:cNvCxnSpPr>
            <a:cxnSpLocks/>
          </p:cNvCxnSpPr>
          <p:nvPr/>
        </p:nvCxnSpPr>
        <p:spPr>
          <a:xfrm>
            <a:off x="2588940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A6BEF34-FBC6-B1A6-3142-6C0179C38794}"/>
                  </a:ext>
                </a:extLst>
              </p:cNvPr>
              <p:cNvSpPr txBox="1"/>
              <p:nvPr/>
            </p:nvSpPr>
            <p:spPr>
              <a:xfrm>
                <a:off x="1780872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A6BEF34-FBC6-B1A6-3142-6C0179C38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872" y="3316291"/>
                <a:ext cx="756084" cy="246221"/>
              </a:xfrm>
              <a:prstGeom prst="rect">
                <a:avLst/>
              </a:prstGeom>
              <a:blipFill>
                <a:blip r:embed="rId1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088AA044-8514-B0C1-5550-EBE6CDFDA4F3}"/>
              </a:ext>
            </a:extLst>
          </p:cNvPr>
          <p:cNvSpPr txBox="1"/>
          <p:nvPr/>
        </p:nvSpPr>
        <p:spPr>
          <a:xfrm>
            <a:off x="1767645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B1A2F910-02F6-5E64-137F-31438DBFFC5C}"/>
              </a:ext>
            </a:extLst>
          </p:cNvPr>
          <p:cNvSpPr/>
          <p:nvPr/>
        </p:nvSpPr>
        <p:spPr>
          <a:xfrm>
            <a:off x="413470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D03109F-226F-1CE2-933B-6EE757D268D2}"/>
              </a:ext>
            </a:extLst>
          </p:cNvPr>
          <p:cNvSpPr txBox="1"/>
          <p:nvPr/>
        </p:nvSpPr>
        <p:spPr>
          <a:xfrm>
            <a:off x="1796853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!!1">
                <a:extLst>
                  <a:ext uri="{FF2B5EF4-FFF2-40B4-BE49-F238E27FC236}">
                    <a16:creationId xmlns:a16="http://schemas.microsoft.com/office/drawing/2014/main" id="{714AF792-9677-4AE8-5E55-7740CAF5CBEA}"/>
                  </a:ext>
                </a:extLst>
              </p:cNvPr>
              <p:cNvSpPr txBox="1"/>
              <p:nvPr/>
            </p:nvSpPr>
            <p:spPr>
              <a:xfrm>
                <a:off x="-7610" y="3945568"/>
                <a:ext cx="1804463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!!1">
                <a:extLst>
                  <a:ext uri="{FF2B5EF4-FFF2-40B4-BE49-F238E27FC236}">
                    <a16:creationId xmlns:a16="http://schemas.microsoft.com/office/drawing/2014/main" id="{714AF792-9677-4AE8-5E55-7740CAF5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10" y="3945568"/>
                <a:ext cx="1804463" cy="283860"/>
              </a:xfrm>
              <a:prstGeom prst="rect">
                <a:avLst/>
              </a:prstGeom>
              <a:blipFill>
                <a:blip r:embed="rId13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!!2">
                <a:extLst>
                  <a:ext uri="{FF2B5EF4-FFF2-40B4-BE49-F238E27FC236}">
                    <a16:creationId xmlns:a16="http://schemas.microsoft.com/office/drawing/2014/main" id="{1DB7F315-5626-0FF7-3A3B-554F59ADB40E}"/>
                  </a:ext>
                </a:extLst>
              </p:cNvPr>
              <p:cNvSpPr txBox="1"/>
              <p:nvPr/>
            </p:nvSpPr>
            <p:spPr>
              <a:xfrm>
                <a:off x="2281960" y="3911551"/>
                <a:ext cx="3642241" cy="283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!!2">
                <a:extLst>
                  <a:ext uri="{FF2B5EF4-FFF2-40B4-BE49-F238E27FC236}">
                    <a16:creationId xmlns:a16="http://schemas.microsoft.com/office/drawing/2014/main" id="{1DB7F315-5626-0FF7-3A3B-554F59ADB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960" y="3911551"/>
                <a:ext cx="3642241" cy="283860"/>
              </a:xfrm>
              <a:prstGeom prst="rect">
                <a:avLst/>
              </a:prstGeom>
              <a:blipFill>
                <a:blip r:embed="rId1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!!3">
                <a:extLst>
                  <a:ext uri="{FF2B5EF4-FFF2-40B4-BE49-F238E27FC236}">
                    <a16:creationId xmlns:a16="http://schemas.microsoft.com/office/drawing/2014/main" id="{76B8C0FB-5C77-2308-F94D-7A04FF39468D}"/>
                  </a:ext>
                </a:extLst>
              </p:cNvPr>
              <p:cNvSpPr txBox="1"/>
              <p:nvPr/>
            </p:nvSpPr>
            <p:spPr>
              <a:xfrm>
                <a:off x="1625667" y="3933056"/>
                <a:ext cx="172622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!!3">
                <a:extLst>
                  <a:ext uri="{FF2B5EF4-FFF2-40B4-BE49-F238E27FC236}">
                    <a16:creationId xmlns:a16="http://schemas.microsoft.com/office/drawing/2014/main" id="{76B8C0FB-5C77-2308-F94D-7A04FF394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67" y="3933056"/>
                <a:ext cx="1726220" cy="276999"/>
              </a:xfrm>
              <a:prstGeom prst="rect">
                <a:avLst/>
              </a:prstGeom>
              <a:blipFill>
                <a:blip r:embed="rId1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0E58BC18-68F1-3385-4E1F-DD34D8D2B419}"/>
              </a:ext>
            </a:extLst>
          </p:cNvPr>
          <p:cNvSpPr txBox="1"/>
          <p:nvPr/>
        </p:nvSpPr>
        <p:spPr>
          <a:xfrm>
            <a:off x="6200937" y="-2727684"/>
            <a:ext cx="7200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区域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区域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区域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r>
              <a:rPr lang="en-US" altLang="zh-CN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5" name="!!文本框 4">
            <a:extLst>
              <a:ext uri="{FF2B5EF4-FFF2-40B4-BE49-F238E27FC236}">
                <a16:creationId xmlns:a16="http://schemas.microsoft.com/office/drawing/2014/main" id="{DA72B985-8B7F-5F93-06F7-FA0C81CDD971}"/>
              </a:ext>
            </a:extLst>
          </p:cNvPr>
          <p:cNvSpPr txBox="1"/>
          <p:nvPr/>
        </p:nvSpPr>
        <p:spPr>
          <a:xfrm>
            <a:off x="1559496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0488094-AC60-AE16-6903-591B8B25F509}"/>
                  </a:ext>
                </a:extLst>
              </p:cNvPr>
              <p:cNvSpPr txBox="1"/>
              <p:nvPr/>
            </p:nvSpPr>
            <p:spPr>
              <a:xfrm>
                <a:off x="7536160" y="-2583668"/>
                <a:ext cx="3386514" cy="2655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1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zh-CN" altLang="en-US" sz="1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zh-CN" altLang="en-US" sz="1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  <m:sup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=+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</m:oMath>
                  </m:oMathPara>
                </a14:m>
                <a:endParaRPr lang="en-US" altLang="zh-CN" sz="1200" i="1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  <a:p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endParaRPr lang="en-US" altLang="zh-CN" sz="1200" i="1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  <a:effectLst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  <m:d>
                        <m:d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  <m:r>
                        <a:rPr lang="zh-CN" altLang="en-US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0488094-AC60-AE16-6903-591B8B25F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0" y="-2583668"/>
                <a:ext cx="3386514" cy="265585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8625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202B9-3A67-066F-89F5-07A3B43E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94D095B-136E-81C1-8907-A18313C16CD4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360F79D-79BF-43AA-711B-6C5C58D04811}"/>
              </a:ext>
            </a:extLst>
          </p:cNvPr>
          <p:cNvCxnSpPr>
            <a:cxnSpLocks/>
          </p:cNvCxnSpPr>
          <p:nvPr/>
        </p:nvCxnSpPr>
        <p:spPr>
          <a:xfrm>
            <a:off x="-3717422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3891420-DB4B-0351-8DEB-B58FB0F5BE52}"/>
                  </a:ext>
                </a:extLst>
              </p:cNvPr>
              <p:cNvSpPr txBox="1"/>
              <p:nvPr/>
            </p:nvSpPr>
            <p:spPr>
              <a:xfrm>
                <a:off x="4259796" y="2312876"/>
                <a:ext cx="8466666" cy="647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zh-CN" altLang="zh-CN" sz="1200" kern="100" dirty="0">
                    <a:solidFill>
                      <a:schemeClr val="bg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取：</a:t>
                </a: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sz="12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=9.109×</m:t>
                      </m:r>
                      <m:sSup>
                        <m:sSupPr>
                          <m:ctrlPr>
                            <a:rPr lang="en-US" altLang="zh-CN" sz="12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CN" altLang="en-US" sz="12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2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31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kg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zh-CN" altLang="en-US" sz="12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1200" i="0" kern="100">
                              <a:solidFill>
                                <a:schemeClr val="bg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电子</m:t>
                          </m:r>
                        </m:e>
                      </m:d>
                      <m:r>
                        <a:rPr lang="en-US" altLang="zh-CN" sz="12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en-US" sz="12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2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eV</m:t>
                      </m:r>
                      <m:r>
                        <a:rPr lang="en-US" altLang="zh-CN" sz="12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12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12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eV</m:t>
                      </m:r>
                      <m:r>
                        <a:rPr lang="en-US" altLang="zh-CN" sz="12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12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CN" sz="12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=0.5</m:t>
                      </m:r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nm</m:t>
                      </m:r>
                    </m:oMath>
                  </m:oMathPara>
                </a14:m>
                <a:endParaRPr lang="zh-CN" altLang="zh-CN" sz="1200" kern="100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ℏ=1.055×</m:t>
                      </m:r>
                      <m:sSup>
                        <m:sSupPr>
                          <m:ctrlPr>
                            <a:rPr lang="en-US" altLang="zh-CN" sz="12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CN" altLang="en-US" sz="12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2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34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a:rPr lang="zh-CN" altLang="en-US" sz="12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</m:t>
                      </m:r>
                    </m:oMath>
                  </m:oMathPara>
                </a14:m>
                <a:endParaRPr lang="zh-CN" altLang="zh-CN" sz="1200" kern="100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3891420-DB4B-0351-8DEB-B58FB0F5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796" y="2312876"/>
                <a:ext cx="8466666" cy="647293"/>
              </a:xfrm>
              <a:prstGeom prst="rect">
                <a:avLst/>
              </a:prstGeom>
              <a:blipFill>
                <a:blip r:embed="rId2"/>
                <a:stretch>
                  <a:fillRect l="-72" b="-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11D9AC-DBF3-48B5-8943-4963D0DFAA00}"/>
                  </a:ext>
                </a:extLst>
              </p:cNvPr>
              <p:cNvSpPr txBox="1"/>
              <p:nvPr/>
            </p:nvSpPr>
            <p:spPr>
              <a:xfrm>
                <a:off x="4331216" y="3599728"/>
                <a:ext cx="8928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zh-CN" altLang="en-US" sz="18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CN" sz="18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0.0236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11D9AC-DBF3-48B5-8943-4963D0DFA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216" y="3599728"/>
                <a:ext cx="89281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17EB2D8A-D22F-EB1E-7F16-5A79F77EB832}"/>
              </a:ext>
            </a:extLst>
          </p:cNvPr>
          <p:cNvSpPr/>
          <p:nvPr/>
        </p:nvSpPr>
        <p:spPr>
          <a:xfrm>
            <a:off x="8136614" y="3569085"/>
            <a:ext cx="1332146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B0991A-BF91-9AD0-E6DB-98D3027B8FBE}"/>
              </a:ext>
            </a:extLst>
          </p:cNvPr>
          <p:cNvSpPr txBox="1"/>
          <p:nvPr/>
        </p:nvSpPr>
        <p:spPr>
          <a:xfrm>
            <a:off x="1127449" y="4307151"/>
            <a:ext cx="345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墙右边确实有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波</a:t>
            </a:r>
            <a:r>
              <a:rPr lang="zh-CN" altLang="zh-CN" sz="1800" dirty="0"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，粒子可能出现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47ECD9E-7ADF-FDF5-8DE7-770C17B78140}"/>
              </a:ext>
            </a:extLst>
          </p:cNvPr>
          <p:cNvGrpSpPr/>
          <p:nvPr/>
        </p:nvGrpSpPr>
        <p:grpSpPr>
          <a:xfrm>
            <a:off x="2797535" y="3092665"/>
            <a:ext cx="485292" cy="1155193"/>
            <a:chOff x="9948789" y="4097118"/>
            <a:chExt cx="485292" cy="1155193"/>
          </a:xfrm>
        </p:grpSpPr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F956C122-AFB8-3E84-948B-3E85C35C3492}"/>
                </a:ext>
              </a:extLst>
            </p:cNvPr>
            <p:cNvSpPr/>
            <p:nvPr/>
          </p:nvSpPr>
          <p:spPr>
            <a:xfrm>
              <a:off x="9948789" y="4133123"/>
              <a:ext cx="485292" cy="1119188"/>
            </a:xfrm>
            <a:custGeom>
              <a:avLst/>
              <a:gdLst>
                <a:gd name="csX0" fmla="*/ 47625 w 47625"/>
                <a:gd name="csY0" fmla="*/ 412750 h 412750"/>
                <a:gd name="csX1" fmla="*/ 0 w 47625"/>
                <a:gd name="csY1" fmla="*/ 0 h 412750"/>
                <a:gd name="csX0" fmla="*/ 47625 w 108236"/>
                <a:gd name="csY0" fmla="*/ 412750 h 412750"/>
                <a:gd name="csX1" fmla="*/ 107950 w 108236"/>
                <a:gd name="csY1" fmla="*/ 180975 h 412750"/>
                <a:gd name="csX2" fmla="*/ 0 w 108236"/>
                <a:gd name="csY2" fmla="*/ 0 h 412750"/>
                <a:gd name="csX0" fmla="*/ 47625 w 107967"/>
                <a:gd name="csY0" fmla="*/ 412750 h 412750"/>
                <a:gd name="csX1" fmla="*/ 107950 w 107967"/>
                <a:gd name="csY1" fmla="*/ 180975 h 412750"/>
                <a:gd name="csX2" fmla="*/ 0 w 107967"/>
                <a:gd name="csY2" fmla="*/ 0 h 412750"/>
                <a:gd name="csX0" fmla="*/ 47625 w 110393"/>
                <a:gd name="csY0" fmla="*/ 412750 h 412750"/>
                <a:gd name="csX1" fmla="*/ 107950 w 110393"/>
                <a:gd name="csY1" fmla="*/ 180975 h 412750"/>
                <a:gd name="csX2" fmla="*/ 0 w 110393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3220"/>
                <a:gd name="csY0" fmla="*/ 412750 h 412750"/>
                <a:gd name="csX1" fmla="*/ 107950 w 113220"/>
                <a:gd name="csY1" fmla="*/ 180975 h 412750"/>
                <a:gd name="csX2" fmla="*/ 0 w 113220"/>
                <a:gd name="csY2" fmla="*/ 0 h 412750"/>
                <a:gd name="csX0" fmla="*/ 47625 w 117658"/>
                <a:gd name="csY0" fmla="*/ 412750 h 412750"/>
                <a:gd name="csX1" fmla="*/ 112713 w 117658"/>
                <a:gd name="csY1" fmla="*/ 173037 h 412750"/>
                <a:gd name="csX2" fmla="*/ 0 w 117658"/>
                <a:gd name="csY2" fmla="*/ 0 h 412750"/>
                <a:gd name="csX0" fmla="*/ 47625 w 115669"/>
                <a:gd name="csY0" fmla="*/ 412750 h 412750"/>
                <a:gd name="csX1" fmla="*/ 112713 w 115669"/>
                <a:gd name="csY1" fmla="*/ 173037 h 412750"/>
                <a:gd name="csX2" fmla="*/ 0 w 115669"/>
                <a:gd name="csY2" fmla="*/ 0 h 412750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  <a:gd name="csX0" fmla="*/ 0 w 421512"/>
                <a:gd name="csY0" fmla="*/ 1171575 h 1171575"/>
                <a:gd name="csX1" fmla="*/ 420688 w 421512"/>
                <a:gd name="csY1" fmla="*/ 188912 h 1171575"/>
                <a:gd name="csX2" fmla="*/ 225425 w 421512"/>
                <a:gd name="csY2" fmla="*/ 0 h 1171575"/>
                <a:gd name="csX0" fmla="*/ 0 w 421512"/>
                <a:gd name="csY0" fmla="*/ 1171575 h 1171575"/>
                <a:gd name="csX1" fmla="*/ 420688 w 421512"/>
                <a:gd name="csY1" fmla="*/ 528637 h 1171575"/>
                <a:gd name="csX2" fmla="*/ 225425 w 421512"/>
                <a:gd name="csY2" fmla="*/ 0 h 1171575"/>
                <a:gd name="csX0" fmla="*/ 0 w 421512"/>
                <a:gd name="csY0" fmla="*/ 1171575 h 1171575"/>
                <a:gd name="csX1" fmla="*/ 420688 w 421512"/>
                <a:gd name="csY1" fmla="*/ 528637 h 1171575"/>
                <a:gd name="csX2" fmla="*/ 225425 w 421512"/>
                <a:gd name="csY2" fmla="*/ 0 h 1171575"/>
                <a:gd name="csX0" fmla="*/ 0 w 438175"/>
                <a:gd name="csY0" fmla="*/ 1171575 h 1171575"/>
                <a:gd name="csX1" fmla="*/ 420688 w 438175"/>
                <a:gd name="csY1" fmla="*/ 528637 h 1171575"/>
                <a:gd name="csX2" fmla="*/ 225425 w 438175"/>
                <a:gd name="csY2" fmla="*/ 0 h 1171575"/>
                <a:gd name="csX0" fmla="*/ 0 w 438175"/>
                <a:gd name="csY0" fmla="*/ 1171575 h 1171575"/>
                <a:gd name="csX1" fmla="*/ 420688 w 438175"/>
                <a:gd name="csY1" fmla="*/ 528637 h 1171575"/>
                <a:gd name="csX2" fmla="*/ 225425 w 438175"/>
                <a:gd name="csY2" fmla="*/ 0 h 1171575"/>
                <a:gd name="csX0" fmla="*/ 0 w 435072"/>
                <a:gd name="csY0" fmla="*/ 1171575 h 1171575"/>
                <a:gd name="csX1" fmla="*/ 420688 w 435072"/>
                <a:gd name="csY1" fmla="*/ 528637 h 1171575"/>
                <a:gd name="csX2" fmla="*/ 225425 w 435072"/>
                <a:gd name="csY2" fmla="*/ 0 h 1171575"/>
                <a:gd name="csX0" fmla="*/ 0 w 471834"/>
                <a:gd name="csY0" fmla="*/ 1171575 h 1171575"/>
                <a:gd name="csX1" fmla="*/ 461963 w 471834"/>
                <a:gd name="csY1" fmla="*/ 552449 h 1171575"/>
                <a:gd name="csX2" fmla="*/ 225425 w 471834"/>
                <a:gd name="csY2" fmla="*/ 0 h 1171575"/>
                <a:gd name="csX0" fmla="*/ 0 w 485292"/>
                <a:gd name="csY0" fmla="*/ 1119188 h 1119188"/>
                <a:gd name="csX1" fmla="*/ 474663 w 485292"/>
                <a:gd name="csY1" fmla="*/ 552449 h 1119188"/>
                <a:gd name="csX2" fmla="*/ 238125 w 485292"/>
                <a:gd name="csY2" fmla="*/ 0 h 1119188"/>
                <a:gd name="csX0" fmla="*/ 0 w 485292"/>
                <a:gd name="csY0" fmla="*/ 1119188 h 1119188"/>
                <a:gd name="csX1" fmla="*/ 474663 w 485292"/>
                <a:gd name="csY1" fmla="*/ 552449 h 1119188"/>
                <a:gd name="csX2" fmla="*/ 238125 w 485292"/>
                <a:gd name="csY2" fmla="*/ 0 h 1119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85292" h="1119188">
                  <a:moveTo>
                    <a:pt x="0" y="1119188"/>
                  </a:moveTo>
                  <a:cubicBezTo>
                    <a:pt x="214842" y="944562"/>
                    <a:pt x="434976" y="738980"/>
                    <a:pt x="474663" y="552449"/>
                  </a:cubicBezTo>
                  <a:cubicBezTo>
                    <a:pt x="514350" y="365918"/>
                    <a:pt x="444500" y="54505"/>
                    <a:pt x="238125" y="0"/>
                  </a:cubicBezTo>
                </a:path>
              </a:pathLst>
            </a:cu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07BBC7F-4E46-B5C9-AC49-2B4AABB4BB37}"/>
                </a:ext>
              </a:extLst>
            </p:cNvPr>
            <p:cNvCxnSpPr>
              <a:cxnSpLocks/>
            </p:cNvCxnSpPr>
            <p:nvPr/>
          </p:nvCxnSpPr>
          <p:spPr>
            <a:xfrm rot="7020000">
              <a:off x="10244957" y="4061114"/>
              <a:ext cx="72008" cy="144016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5D8F227-EE33-888E-F8A2-EC511E117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9747" y="4137878"/>
              <a:ext cx="40891" cy="120661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!!3">
                <a:extLst>
                  <a:ext uri="{FF2B5EF4-FFF2-40B4-BE49-F238E27FC236}">
                    <a16:creationId xmlns:a16="http://schemas.microsoft.com/office/drawing/2014/main" id="{B85D9347-4CBA-A61C-D0BA-61D012F58859}"/>
                  </a:ext>
                </a:extLst>
              </p:cNvPr>
              <p:cNvSpPr txBox="1"/>
              <p:nvPr/>
            </p:nvSpPr>
            <p:spPr>
              <a:xfrm>
                <a:off x="5874138" y="584684"/>
                <a:ext cx="5356113" cy="1618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𝑘𝑎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endChr m:val=""/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endParaRPr lang="en-US" altLang="zh-CN" sz="12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1200" dirty="0">
                  <a:solidFill>
                    <a:schemeClr val="bg1"/>
                  </a:solidFill>
                </a:endParaRPr>
              </a:p>
              <a:p>
                <a:endParaRPr lang="zh-CN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!!3">
                <a:extLst>
                  <a:ext uri="{FF2B5EF4-FFF2-40B4-BE49-F238E27FC236}">
                    <a16:creationId xmlns:a16="http://schemas.microsoft.com/office/drawing/2014/main" id="{B85D9347-4CBA-A61C-D0BA-61D012F58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138" y="584684"/>
                <a:ext cx="5356113" cy="16180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0D82D8E-86BA-CA76-8574-BBDB69DD1164}"/>
              </a:ext>
            </a:extLst>
          </p:cNvPr>
          <p:cNvCxnSpPr/>
          <p:nvPr/>
        </p:nvCxnSpPr>
        <p:spPr>
          <a:xfrm flipV="1">
            <a:off x="64472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D138B76E-B8B4-983D-6204-23486FC8CEF6}"/>
              </a:ext>
            </a:extLst>
          </p:cNvPr>
          <p:cNvSpPr/>
          <p:nvPr/>
        </p:nvSpPr>
        <p:spPr>
          <a:xfrm>
            <a:off x="1189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5483B2D-2ECD-5AB2-7E19-F65FDEAE40D3}"/>
              </a:ext>
            </a:extLst>
          </p:cNvPr>
          <p:cNvSpPr/>
          <p:nvPr/>
        </p:nvSpPr>
        <p:spPr>
          <a:xfrm>
            <a:off x="-54261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46DDFD31-C2B8-DFD0-4DB6-2D86F8EED06B}"/>
              </a:ext>
            </a:extLst>
          </p:cNvPr>
          <p:cNvSpPr/>
          <p:nvPr/>
        </p:nvSpPr>
        <p:spPr>
          <a:xfrm flipH="1">
            <a:off x="-396200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5A23FB-7781-08B6-E837-96B6655F8385}"/>
              </a:ext>
            </a:extLst>
          </p:cNvPr>
          <p:cNvSpPr txBox="1"/>
          <p:nvPr/>
        </p:nvSpPr>
        <p:spPr>
          <a:xfrm>
            <a:off x="6866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0CE7E2F-0E8B-532C-3AC2-FEBD8951D500}"/>
              </a:ext>
            </a:extLst>
          </p:cNvPr>
          <p:cNvSpPr txBox="1"/>
          <p:nvPr/>
        </p:nvSpPr>
        <p:spPr>
          <a:xfrm>
            <a:off x="174159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96226D2-826C-2C95-D0A4-09EA5C623F48}"/>
              </a:ext>
            </a:extLst>
          </p:cNvPr>
          <p:cNvCxnSpPr>
            <a:cxnSpLocks/>
          </p:cNvCxnSpPr>
          <p:nvPr/>
        </p:nvCxnSpPr>
        <p:spPr>
          <a:xfrm>
            <a:off x="-4790880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CA3CA91-9898-1D06-960C-2C51CEFC7FFB}"/>
              </a:ext>
            </a:extLst>
          </p:cNvPr>
          <p:cNvCxnSpPr>
            <a:cxnSpLocks/>
          </p:cNvCxnSpPr>
          <p:nvPr/>
        </p:nvCxnSpPr>
        <p:spPr>
          <a:xfrm>
            <a:off x="-1702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2BA37F7A-0162-D883-43E0-750D3B3E3E2B}"/>
              </a:ext>
            </a:extLst>
          </p:cNvPr>
          <p:cNvSpPr/>
          <p:nvPr/>
        </p:nvSpPr>
        <p:spPr>
          <a:xfrm>
            <a:off x="652866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371237CD-9F63-BF77-F144-BA1027C5AD7A}"/>
              </a:ext>
            </a:extLst>
          </p:cNvPr>
          <p:cNvCxnSpPr>
            <a:cxnSpLocks/>
          </p:cNvCxnSpPr>
          <p:nvPr/>
        </p:nvCxnSpPr>
        <p:spPr>
          <a:xfrm>
            <a:off x="65831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1DE09F1-5572-5E73-75C3-A7AC2AD9EDE1}"/>
              </a:ext>
            </a:extLst>
          </p:cNvPr>
          <p:cNvCxnSpPr>
            <a:cxnSpLocks/>
          </p:cNvCxnSpPr>
          <p:nvPr/>
        </p:nvCxnSpPr>
        <p:spPr>
          <a:xfrm>
            <a:off x="64472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A8A6440-0929-EE06-20DD-8DD06D3EB111}"/>
              </a:ext>
            </a:extLst>
          </p:cNvPr>
          <p:cNvCxnSpPr>
            <a:cxnSpLocks/>
          </p:cNvCxnSpPr>
          <p:nvPr/>
        </p:nvCxnSpPr>
        <p:spPr>
          <a:xfrm>
            <a:off x="154482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97393603-6A7C-EC4A-9960-CD38000DE5DD}"/>
                  </a:ext>
                </a:extLst>
              </p:cNvPr>
              <p:cNvSpPr txBox="1"/>
              <p:nvPr/>
            </p:nvSpPr>
            <p:spPr>
              <a:xfrm>
                <a:off x="73675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97393603-6A7C-EC4A-9960-CD38000DE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6" y="3316291"/>
                <a:ext cx="756084" cy="246221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本框 59">
            <a:extLst>
              <a:ext uri="{FF2B5EF4-FFF2-40B4-BE49-F238E27FC236}">
                <a16:creationId xmlns:a16="http://schemas.microsoft.com/office/drawing/2014/main" id="{BA8BE2AB-2E6E-C029-623C-389EAC15E702}"/>
              </a:ext>
            </a:extLst>
          </p:cNvPr>
          <p:cNvSpPr txBox="1"/>
          <p:nvPr/>
        </p:nvSpPr>
        <p:spPr>
          <a:xfrm>
            <a:off x="72352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8970A7A1-B758-54AF-F6FF-B88A9BCD74D0}"/>
              </a:ext>
            </a:extLst>
          </p:cNvPr>
          <p:cNvSpPr/>
          <p:nvPr/>
        </p:nvSpPr>
        <p:spPr>
          <a:xfrm>
            <a:off x="-630646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7100B4B-B0A5-EA95-7604-7EAFAA5E0F76}"/>
              </a:ext>
            </a:extLst>
          </p:cNvPr>
          <p:cNvSpPr txBox="1"/>
          <p:nvPr/>
        </p:nvSpPr>
        <p:spPr>
          <a:xfrm>
            <a:off x="75273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D58BBBD-65F4-525F-F10B-E2A900340F76}"/>
              </a:ext>
            </a:extLst>
          </p:cNvPr>
          <p:cNvSpPr>
            <a:spLocks noChangeAspect="1"/>
          </p:cNvSpPr>
          <p:nvPr/>
        </p:nvSpPr>
        <p:spPr>
          <a:xfrm>
            <a:off x="587388" y="2893662"/>
            <a:ext cx="1201408" cy="126265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F2E104-C978-8063-51E4-F138C57EB993}"/>
              </a:ext>
            </a:extLst>
          </p:cNvPr>
          <p:cNvSpPr txBox="1"/>
          <p:nvPr/>
        </p:nvSpPr>
        <p:spPr>
          <a:xfrm>
            <a:off x="6960965" y="4109358"/>
            <a:ext cx="36686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（定态解析解的透射率与动画中的波包透射率一致）</a:t>
            </a:r>
          </a:p>
        </p:txBody>
      </p:sp>
      <p:sp>
        <p:nvSpPr>
          <p:cNvPr id="5" name="!!文本框 4">
            <a:extLst>
              <a:ext uri="{FF2B5EF4-FFF2-40B4-BE49-F238E27FC236}">
                <a16:creationId xmlns:a16="http://schemas.microsoft.com/office/drawing/2014/main" id="{60FC8132-F086-D606-3940-BDC993168EEF}"/>
              </a:ext>
            </a:extLst>
          </p:cNvPr>
          <p:cNvSpPr txBox="1"/>
          <p:nvPr/>
        </p:nvSpPr>
        <p:spPr>
          <a:xfrm>
            <a:off x="515382" y="872716"/>
            <a:ext cx="52220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       	   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802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0.125 0.0006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 animBg="1"/>
      <p:bldP spid="27" grpId="0"/>
      <p:bldP spid="29" grpId="0" animBg="1"/>
      <p:bldP spid="29" grpId="1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202B9-3A67-066F-89F5-07A3B43E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94D095B-136E-81C1-8907-A18313C16CD4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360F79D-79BF-43AA-711B-6C5C58D04811}"/>
              </a:ext>
            </a:extLst>
          </p:cNvPr>
          <p:cNvCxnSpPr>
            <a:cxnSpLocks/>
          </p:cNvCxnSpPr>
          <p:nvPr/>
        </p:nvCxnSpPr>
        <p:spPr>
          <a:xfrm>
            <a:off x="-3717422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3891420-DB4B-0351-8DEB-B58FB0F5BE52}"/>
                  </a:ext>
                </a:extLst>
              </p:cNvPr>
              <p:cNvSpPr txBox="1"/>
              <p:nvPr/>
            </p:nvSpPr>
            <p:spPr>
              <a:xfrm>
                <a:off x="4259796" y="2003591"/>
                <a:ext cx="8466666" cy="647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altLang="zh-CN" sz="1200" kern="100" dirty="0"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 </a:t>
                </a:r>
                <a:r>
                  <a:rPr lang="zh-CN" altLang="zh-CN" sz="1200" kern="100" dirty="0"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取：</a:t>
                </a: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=9.109×</m:t>
                      </m:r>
                      <m:sSup>
                        <m:sSupPr>
                          <m:ctrlPr>
                            <a:rPr lang="en-US" altLang="zh-CN" sz="12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CN" altLang="en-US" sz="12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2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31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kg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zh-CN" altLang="en-US" sz="12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1200" i="0" kern="100"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电子</m:t>
                          </m:r>
                        </m:e>
                      </m:d>
                      <m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en-US" sz="12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2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eV</m:t>
                      </m:r>
                      <m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12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eV</m:t>
                      </m:r>
                      <m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12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=0.5</m:t>
                      </m:r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nm</m:t>
                      </m:r>
                    </m:oMath>
                  </m:oMathPara>
                </a14:m>
                <a:endParaRPr lang="zh-CN" altLang="zh-CN" sz="1200" kern="100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ℏ=1.055×</m:t>
                      </m:r>
                      <m:sSup>
                        <m:sSupPr>
                          <m:ctrlPr>
                            <a:rPr lang="en-US" altLang="zh-CN" sz="12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CN" altLang="en-US" sz="12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2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34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20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CN" sz="1200" i="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</m:t>
                      </m:r>
                    </m:oMath>
                  </m:oMathPara>
                </a14:m>
                <a:endParaRPr lang="zh-CN" altLang="zh-CN" sz="1200" kern="100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3891420-DB4B-0351-8DEB-B58FB0F5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796" y="2003591"/>
                <a:ext cx="8466666" cy="647293"/>
              </a:xfrm>
              <a:prstGeom prst="rect">
                <a:avLst/>
              </a:prstGeom>
              <a:blipFill>
                <a:blip r:embed="rId2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11D9AC-DBF3-48B5-8943-4963D0DFAA00}"/>
                  </a:ext>
                </a:extLst>
              </p:cNvPr>
              <p:cNvSpPr txBox="1"/>
              <p:nvPr/>
            </p:nvSpPr>
            <p:spPr>
              <a:xfrm>
                <a:off x="4331216" y="2775567"/>
                <a:ext cx="8928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zh-CN" altLang="en-US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CN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0.0236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11D9AC-DBF3-48B5-8943-4963D0DFA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216" y="2775567"/>
                <a:ext cx="89281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17EB2D8A-D22F-EB1E-7F16-5A79F77EB832}"/>
              </a:ext>
            </a:extLst>
          </p:cNvPr>
          <p:cNvSpPr/>
          <p:nvPr/>
        </p:nvSpPr>
        <p:spPr>
          <a:xfrm>
            <a:off x="8136614" y="2744924"/>
            <a:ext cx="1332146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B0991A-BF91-9AD0-E6DB-98D3027B8FBE}"/>
              </a:ext>
            </a:extLst>
          </p:cNvPr>
          <p:cNvSpPr txBox="1"/>
          <p:nvPr/>
        </p:nvSpPr>
        <p:spPr>
          <a:xfrm>
            <a:off x="1127449" y="4307151"/>
            <a:ext cx="345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墙右边确实有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波</a:t>
            </a:r>
            <a:r>
              <a:rPr lang="zh-CN" altLang="zh-CN" sz="1800" dirty="0"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，粒子可能出现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47ECD9E-7ADF-FDF5-8DE7-770C17B78140}"/>
              </a:ext>
            </a:extLst>
          </p:cNvPr>
          <p:cNvGrpSpPr/>
          <p:nvPr/>
        </p:nvGrpSpPr>
        <p:grpSpPr>
          <a:xfrm>
            <a:off x="2797535" y="3092665"/>
            <a:ext cx="485292" cy="1155193"/>
            <a:chOff x="9948789" y="4097118"/>
            <a:chExt cx="485292" cy="1155193"/>
          </a:xfrm>
        </p:grpSpPr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F956C122-AFB8-3E84-948B-3E85C35C3492}"/>
                </a:ext>
              </a:extLst>
            </p:cNvPr>
            <p:cNvSpPr/>
            <p:nvPr/>
          </p:nvSpPr>
          <p:spPr>
            <a:xfrm>
              <a:off x="9948789" y="4133123"/>
              <a:ext cx="485292" cy="1119188"/>
            </a:xfrm>
            <a:custGeom>
              <a:avLst/>
              <a:gdLst>
                <a:gd name="csX0" fmla="*/ 47625 w 47625"/>
                <a:gd name="csY0" fmla="*/ 412750 h 412750"/>
                <a:gd name="csX1" fmla="*/ 0 w 47625"/>
                <a:gd name="csY1" fmla="*/ 0 h 412750"/>
                <a:gd name="csX0" fmla="*/ 47625 w 108236"/>
                <a:gd name="csY0" fmla="*/ 412750 h 412750"/>
                <a:gd name="csX1" fmla="*/ 107950 w 108236"/>
                <a:gd name="csY1" fmla="*/ 180975 h 412750"/>
                <a:gd name="csX2" fmla="*/ 0 w 108236"/>
                <a:gd name="csY2" fmla="*/ 0 h 412750"/>
                <a:gd name="csX0" fmla="*/ 47625 w 107967"/>
                <a:gd name="csY0" fmla="*/ 412750 h 412750"/>
                <a:gd name="csX1" fmla="*/ 107950 w 107967"/>
                <a:gd name="csY1" fmla="*/ 180975 h 412750"/>
                <a:gd name="csX2" fmla="*/ 0 w 107967"/>
                <a:gd name="csY2" fmla="*/ 0 h 412750"/>
                <a:gd name="csX0" fmla="*/ 47625 w 110393"/>
                <a:gd name="csY0" fmla="*/ 412750 h 412750"/>
                <a:gd name="csX1" fmla="*/ 107950 w 110393"/>
                <a:gd name="csY1" fmla="*/ 180975 h 412750"/>
                <a:gd name="csX2" fmla="*/ 0 w 110393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3220"/>
                <a:gd name="csY0" fmla="*/ 412750 h 412750"/>
                <a:gd name="csX1" fmla="*/ 107950 w 113220"/>
                <a:gd name="csY1" fmla="*/ 180975 h 412750"/>
                <a:gd name="csX2" fmla="*/ 0 w 113220"/>
                <a:gd name="csY2" fmla="*/ 0 h 412750"/>
                <a:gd name="csX0" fmla="*/ 47625 w 117658"/>
                <a:gd name="csY0" fmla="*/ 412750 h 412750"/>
                <a:gd name="csX1" fmla="*/ 112713 w 117658"/>
                <a:gd name="csY1" fmla="*/ 173037 h 412750"/>
                <a:gd name="csX2" fmla="*/ 0 w 117658"/>
                <a:gd name="csY2" fmla="*/ 0 h 412750"/>
                <a:gd name="csX0" fmla="*/ 47625 w 115669"/>
                <a:gd name="csY0" fmla="*/ 412750 h 412750"/>
                <a:gd name="csX1" fmla="*/ 112713 w 115669"/>
                <a:gd name="csY1" fmla="*/ 173037 h 412750"/>
                <a:gd name="csX2" fmla="*/ 0 w 115669"/>
                <a:gd name="csY2" fmla="*/ 0 h 412750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  <a:gd name="csX0" fmla="*/ 0 w 421512"/>
                <a:gd name="csY0" fmla="*/ 1171575 h 1171575"/>
                <a:gd name="csX1" fmla="*/ 420688 w 421512"/>
                <a:gd name="csY1" fmla="*/ 188912 h 1171575"/>
                <a:gd name="csX2" fmla="*/ 225425 w 421512"/>
                <a:gd name="csY2" fmla="*/ 0 h 1171575"/>
                <a:gd name="csX0" fmla="*/ 0 w 421512"/>
                <a:gd name="csY0" fmla="*/ 1171575 h 1171575"/>
                <a:gd name="csX1" fmla="*/ 420688 w 421512"/>
                <a:gd name="csY1" fmla="*/ 528637 h 1171575"/>
                <a:gd name="csX2" fmla="*/ 225425 w 421512"/>
                <a:gd name="csY2" fmla="*/ 0 h 1171575"/>
                <a:gd name="csX0" fmla="*/ 0 w 421512"/>
                <a:gd name="csY0" fmla="*/ 1171575 h 1171575"/>
                <a:gd name="csX1" fmla="*/ 420688 w 421512"/>
                <a:gd name="csY1" fmla="*/ 528637 h 1171575"/>
                <a:gd name="csX2" fmla="*/ 225425 w 421512"/>
                <a:gd name="csY2" fmla="*/ 0 h 1171575"/>
                <a:gd name="csX0" fmla="*/ 0 w 438175"/>
                <a:gd name="csY0" fmla="*/ 1171575 h 1171575"/>
                <a:gd name="csX1" fmla="*/ 420688 w 438175"/>
                <a:gd name="csY1" fmla="*/ 528637 h 1171575"/>
                <a:gd name="csX2" fmla="*/ 225425 w 438175"/>
                <a:gd name="csY2" fmla="*/ 0 h 1171575"/>
                <a:gd name="csX0" fmla="*/ 0 w 438175"/>
                <a:gd name="csY0" fmla="*/ 1171575 h 1171575"/>
                <a:gd name="csX1" fmla="*/ 420688 w 438175"/>
                <a:gd name="csY1" fmla="*/ 528637 h 1171575"/>
                <a:gd name="csX2" fmla="*/ 225425 w 438175"/>
                <a:gd name="csY2" fmla="*/ 0 h 1171575"/>
                <a:gd name="csX0" fmla="*/ 0 w 435072"/>
                <a:gd name="csY0" fmla="*/ 1171575 h 1171575"/>
                <a:gd name="csX1" fmla="*/ 420688 w 435072"/>
                <a:gd name="csY1" fmla="*/ 528637 h 1171575"/>
                <a:gd name="csX2" fmla="*/ 225425 w 435072"/>
                <a:gd name="csY2" fmla="*/ 0 h 1171575"/>
                <a:gd name="csX0" fmla="*/ 0 w 471834"/>
                <a:gd name="csY0" fmla="*/ 1171575 h 1171575"/>
                <a:gd name="csX1" fmla="*/ 461963 w 471834"/>
                <a:gd name="csY1" fmla="*/ 552449 h 1171575"/>
                <a:gd name="csX2" fmla="*/ 225425 w 471834"/>
                <a:gd name="csY2" fmla="*/ 0 h 1171575"/>
                <a:gd name="csX0" fmla="*/ 0 w 485292"/>
                <a:gd name="csY0" fmla="*/ 1119188 h 1119188"/>
                <a:gd name="csX1" fmla="*/ 474663 w 485292"/>
                <a:gd name="csY1" fmla="*/ 552449 h 1119188"/>
                <a:gd name="csX2" fmla="*/ 238125 w 485292"/>
                <a:gd name="csY2" fmla="*/ 0 h 1119188"/>
                <a:gd name="csX0" fmla="*/ 0 w 485292"/>
                <a:gd name="csY0" fmla="*/ 1119188 h 1119188"/>
                <a:gd name="csX1" fmla="*/ 474663 w 485292"/>
                <a:gd name="csY1" fmla="*/ 552449 h 1119188"/>
                <a:gd name="csX2" fmla="*/ 238125 w 485292"/>
                <a:gd name="csY2" fmla="*/ 0 h 1119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85292" h="1119188">
                  <a:moveTo>
                    <a:pt x="0" y="1119188"/>
                  </a:moveTo>
                  <a:cubicBezTo>
                    <a:pt x="214842" y="944562"/>
                    <a:pt x="434976" y="738980"/>
                    <a:pt x="474663" y="552449"/>
                  </a:cubicBezTo>
                  <a:cubicBezTo>
                    <a:pt x="514350" y="365918"/>
                    <a:pt x="444500" y="54505"/>
                    <a:pt x="238125" y="0"/>
                  </a:cubicBezTo>
                </a:path>
              </a:pathLst>
            </a:cu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07BBC7F-4E46-B5C9-AC49-2B4AABB4BB37}"/>
                </a:ext>
              </a:extLst>
            </p:cNvPr>
            <p:cNvCxnSpPr>
              <a:cxnSpLocks/>
            </p:cNvCxnSpPr>
            <p:nvPr/>
          </p:nvCxnSpPr>
          <p:spPr>
            <a:xfrm rot="7020000">
              <a:off x="10244957" y="4061114"/>
              <a:ext cx="72008" cy="144016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5D8F227-EE33-888E-F8A2-EC511E117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9747" y="4137878"/>
              <a:ext cx="40891" cy="120661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!!3">
                <a:extLst>
                  <a:ext uri="{FF2B5EF4-FFF2-40B4-BE49-F238E27FC236}">
                    <a16:creationId xmlns:a16="http://schemas.microsoft.com/office/drawing/2014/main" id="{B85D9347-4CBA-A61C-D0BA-61D012F58859}"/>
                  </a:ext>
                </a:extLst>
              </p:cNvPr>
              <p:cNvSpPr txBox="1"/>
              <p:nvPr/>
            </p:nvSpPr>
            <p:spPr>
              <a:xfrm>
                <a:off x="5874138" y="584684"/>
                <a:ext cx="5356113" cy="1618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𝑘𝑎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endChr m:val=""/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zh-CN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zh-CN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zh-CN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en-US" altLang="zh-CN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1200" dirty="0">
                  <a:solidFill>
                    <a:schemeClr val="tx1"/>
                  </a:solidFill>
                </a:endParaRPr>
              </a:p>
              <a:p>
                <a:endParaRPr lang="zh-CN" altLang="zh-C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!!3">
                <a:extLst>
                  <a:ext uri="{FF2B5EF4-FFF2-40B4-BE49-F238E27FC236}">
                    <a16:creationId xmlns:a16="http://schemas.microsoft.com/office/drawing/2014/main" id="{B85D9347-4CBA-A61C-D0BA-61D012F58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138" y="584684"/>
                <a:ext cx="5356113" cy="16180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0D82D8E-86BA-CA76-8574-BBDB69DD1164}"/>
              </a:ext>
            </a:extLst>
          </p:cNvPr>
          <p:cNvCxnSpPr/>
          <p:nvPr/>
        </p:nvCxnSpPr>
        <p:spPr>
          <a:xfrm flipV="1">
            <a:off x="64472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D138B76E-B8B4-983D-6204-23486FC8CEF6}"/>
              </a:ext>
            </a:extLst>
          </p:cNvPr>
          <p:cNvSpPr/>
          <p:nvPr/>
        </p:nvSpPr>
        <p:spPr>
          <a:xfrm>
            <a:off x="1189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5483B2D-2ECD-5AB2-7E19-F65FDEAE40D3}"/>
              </a:ext>
            </a:extLst>
          </p:cNvPr>
          <p:cNvSpPr/>
          <p:nvPr/>
        </p:nvSpPr>
        <p:spPr>
          <a:xfrm>
            <a:off x="-54261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46DDFD31-C2B8-DFD0-4DB6-2D86F8EED06B}"/>
              </a:ext>
            </a:extLst>
          </p:cNvPr>
          <p:cNvSpPr/>
          <p:nvPr/>
        </p:nvSpPr>
        <p:spPr>
          <a:xfrm flipH="1">
            <a:off x="-396200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5A23FB-7781-08B6-E837-96B6655F8385}"/>
              </a:ext>
            </a:extLst>
          </p:cNvPr>
          <p:cNvSpPr txBox="1"/>
          <p:nvPr/>
        </p:nvSpPr>
        <p:spPr>
          <a:xfrm>
            <a:off x="6866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0CE7E2F-0E8B-532C-3AC2-FEBD8951D500}"/>
              </a:ext>
            </a:extLst>
          </p:cNvPr>
          <p:cNvSpPr txBox="1"/>
          <p:nvPr/>
        </p:nvSpPr>
        <p:spPr>
          <a:xfrm>
            <a:off x="174159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96226D2-826C-2C95-D0A4-09EA5C623F48}"/>
              </a:ext>
            </a:extLst>
          </p:cNvPr>
          <p:cNvCxnSpPr>
            <a:cxnSpLocks/>
          </p:cNvCxnSpPr>
          <p:nvPr/>
        </p:nvCxnSpPr>
        <p:spPr>
          <a:xfrm>
            <a:off x="-4790880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CA3CA91-9898-1D06-960C-2C51CEFC7FFB}"/>
              </a:ext>
            </a:extLst>
          </p:cNvPr>
          <p:cNvCxnSpPr>
            <a:cxnSpLocks/>
          </p:cNvCxnSpPr>
          <p:nvPr/>
        </p:nvCxnSpPr>
        <p:spPr>
          <a:xfrm>
            <a:off x="-1702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2BA37F7A-0162-D883-43E0-750D3B3E3E2B}"/>
              </a:ext>
            </a:extLst>
          </p:cNvPr>
          <p:cNvSpPr/>
          <p:nvPr/>
        </p:nvSpPr>
        <p:spPr>
          <a:xfrm>
            <a:off x="652866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371237CD-9F63-BF77-F144-BA1027C5AD7A}"/>
              </a:ext>
            </a:extLst>
          </p:cNvPr>
          <p:cNvCxnSpPr>
            <a:cxnSpLocks/>
          </p:cNvCxnSpPr>
          <p:nvPr/>
        </p:nvCxnSpPr>
        <p:spPr>
          <a:xfrm>
            <a:off x="65831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1DE09F1-5572-5E73-75C3-A7AC2AD9EDE1}"/>
              </a:ext>
            </a:extLst>
          </p:cNvPr>
          <p:cNvCxnSpPr>
            <a:cxnSpLocks/>
          </p:cNvCxnSpPr>
          <p:nvPr/>
        </p:nvCxnSpPr>
        <p:spPr>
          <a:xfrm>
            <a:off x="64472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A8A6440-0929-EE06-20DD-8DD06D3EB111}"/>
              </a:ext>
            </a:extLst>
          </p:cNvPr>
          <p:cNvCxnSpPr>
            <a:cxnSpLocks/>
          </p:cNvCxnSpPr>
          <p:nvPr/>
        </p:nvCxnSpPr>
        <p:spPr>
          <a:xfrm>
            <a:off x="154482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97393603-6A7C-EC4A-9960-CD38000DE5DD}"/>
                  </a:ext>
                </a:extLst>
              </p:cNvPr>
              <p:cNvSpPr txBox="1"/>
              <p:nvPr/>
            </p:nvSpPr>
            <p:spPr>
              <a:xfrm>
                <a:off x="73675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97393603-6A7C-EC4A-9960-CD38000DE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6" y="3316291"/>
                <a:ext cx="756084" cy="246221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本框 59">
            <a:extLst>
              <a:ext uri="{FF2B5EF4-FFF2-40B4-BE49-F238E27FC236}">
                <a16:creationId xmlns:a16="http://schemas.microsoft.com/office/drawing/2014/main" id="{BA8BE2AB-2E6E-C029-623C-389EAC15E702}"/>
              </a:ext>
            </a:extLst>
          </p:cNvPr>
          <p:cNvSpPr txBox="1"/>
          <p:nvPr/>
        </p:nvSpPr>
        <p:spPr>
          <a:xfrm>
            <a:off x="72352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8970A7A1-B758-54AF-F6FF-B88A9BCD74D0}"/>
              </a:ext>
            </a:extLst>
          </p:cNvPr>
          <p:cNvSpPr/>
          <p:nvPr/>
        </p:nvSpPr>
        <p:spPr>
          <a:xfrm>
            <a:off x="-630646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7100B4B-B0A5-EA95-7604-7EAFAA5E0F76}"/>
              </a:ext>
            </a:extLst>
          </p:cNvPr>
          <p:cNvSpPr txBox="1"/>
          <p:nvPr/>
        </p:nvSpPr>
        <p:spPr>
          <a:xfrm>
            <a:off x="75273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D58BBBD-65F4-525F-F10B-E2A900340F76}"/>
              </a:ext>
            </a:extLst>
          </p:cNvPr>
          <p:cNvSpPr>
            <a:spLocks noChangeAspect="1"/>
          </p:cNvSpPr>
          <p:nvPr/>
        </p:nvSpPr>
        <p:spPr>
          <a:xfrm>
            <a:off x="587388" y="2893662"/>
            <a:ext cx="1201408" cy="126265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F2E104-C978-8063-51E4-F138C57EB993}"/>
              </a:ext>
            </a:extLst>
          </p:cNvPr>
          <p:cNvSpPr txBox="1"/>
          <p:nvPr/>
        </p:nvSpPr>
        <p:spPr>
          <a:xfrm>
            <a:off x="6960965" y="3285197"/>
            <a:ext cx="36686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（定态解析解的透射率与动画中的波包透射率一致）</a:t>
            </a:r>
          </a:p>
        </p:txBody>
      </p:sp>
      <p:sp>
        <p:nvSpPr>
          <p:cNvPr id="5" name="!!文本框 4">
            <a:extLst>
              <a:ext uri="{FF2B5EF4-FFF2-40B4-BE49-F238E27FC236}">
                <a16:creationId xmlns:a16="http://schemas.microsoft.com/office/drawing/2014/main" id="{60FC8132-F086-D606-3940-BDC993168EEF}"/>
              </a:ext>
            </a:extLst>
          </p:cNvPr>
          <p:cNvSpPr txBox="1"/>
          <p:nvPr/>
        </p:nvSpPr>
        <p:spPr>
          <a:xfrm>
            <a:off x="515382" y="872716"/>
            <a:ext cx="52220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       	    x</a:t>
            </a:r>
            <a:endParaRPr lang="zh-CN" altLang="en-US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170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0.125 0.0006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 animBg="1"/>
      <p:bldP spid="27" grpId="0"/>
      <p:bldP spid="29" grpId="0" animBg="1"/>
      <p:bldP spid="29" grpId="1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ED90A-B069-2E89-881D-F1B79974F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591E901-87CD-1B90-F8E0-8BEEF065FBDD}"/>
              </a:ext>
            </a:extLst>
          </p:cNvPr>
          <p:cNvSpPr/>
          <p:nvPr/>
        </p:nvSpPr>
        <p:spPr>
          <a:xfrm>
            <a:off x="6219562" y="1900826"/>
            <a:ext cx="632522" cy="1874698"/>
          </a:xfrm>
          <a:prstGeom prst="rect">
            <a:avLst/>
          </a:prstGeom>
          <a:solidFill>
            <a:srgbClr val="FF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82E1031-598F-E052-D520-AF2C4E12C737}"/>
              </a:ext>
            </a:extLst>
          </p:cNvPr>
          <p:cNvSpPr/>
          <p:nvPr/>
        </p:nvSpPr>
        <p:spPr>
          <a:xfrm>
            <a:off x="7752184" y="1900826"/>
            <a:ext cx="2311022" cy="1874698"/>
          </a:xfrm>
          <a:prstGeom prst="rect">
            <a:avLst/>
          </a:prstGeom>
          <a:solidFill>
            <a:srgbClr val="FF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6FAD2D6-9953-0C9F-F761-6860C955E18B}"/>
              </a:ext>
            </a:extLst>
          </p:cNvPr>
          <p:cNvCxnSpPr/>
          <p:nvPr/>
        </p:nvCxnSpPr>
        <p:spPr>
          <a:xfrm flipV="1">
            <a:off x="6852084" y="1123109"/>
            <a:ext cx="0" cy="4212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A7DAE11-32CF-0200-B114-0EEC89F36A89}"/>
              </a:ext>
            </a:extLst>
          </p:cNvPr>
          <p:cNvCxnSpPr>
            <a:cxnSpLocks/>
          </p:cNvCxnSpPr>
          <p:nvPr/>
        </p:nvCxnSpPr>
        <p:spPr>
          <a:xfrm>
            <a:off x="1445822" y="3775620"/>
            <a:ext cx="8985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801BF6AB-29A5-12B1-1203-5BFC6F4027CE}"/>
              </a:ext>
            </a:extLst>
          </p:cNvPr>
          <p:cNvSpPr/>
          <p:nvPr/>
        </p:nvSpPr>
        <p:spPr>
          <a:xfrm>
            <a:off x="621925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E2155DB-FF6B-3FB2-72FA-A8787BD43305}"/>
              </a:ext>
            </a:extLst>
          </p:cNvPr>
          <p:cNvSpPr/>
          <p:nvPr/>
        </p:nvSpPr>
        <p:spPr>
          <a:xfrm flipH="1">
            <a:off x="2245356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825C30-FD88-28AC-0D7E-70A017854B16}"/>
              </a:ext>
            </a:extLst>
          </p:cNvPr>
          <p:cNvSpPr txBox="1"/>
          <p:nvPr/>
        </p:nvSpPr>
        <p:spPr>
          <a:xfrm>
            <a:off x="627602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80295AE-A2C3-8829-6607-95E19615DFA4}"/>
              </a:ext>
            </a:extLst>
          </p:cNvPr>
          <p:cNvSpPr txBox="1"/>
          <p:nvPr/>
        </p:nvSpPr>
        <p:spPr>
          <a:xfrm>
            <a:off x="794895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A39463A-0837-73A9-D0F6-1AAF335054C0}"/>
              </a:ext>
            </a:extLst>
          </p:cNvPr>
          <p:cNvCxnSpPr>
            <a:cxnSpLocks/>
          </p:cNvCxnSpPr>
          <p:nvPr/>
        </p:nvCxnSpPr>
        <p:spPr>
          <a:xfrm>
            <a:off x="1416480" y="2960948"/>
            <a:ext cx="9000000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3AA20202-D993-9510-688A-0FA994970222}"/>
              </a:ext>
            </a:extLst>
          </p:cNvPr>
          <p:cNvSpPr/>
          <p:nvPr/>
        </p:nvSpPr>
        <p:spPr>
          <a:xfrm>
            <a:off x="6842836" y="1900825"/>
            <a:ext cx="909348" cy="1874699"/>
          </a:xfrm>
          <a:prstGeom prst="rect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395D325-7C6D-0FE6-A101-AC87A875EDC9}"/>
              </a:ext>
            </a:extLst>
          </p:cNvPr>
          <p:cNvCxnSpPr>
            <a:cxnSpLocks/>
          </p:cNvCxnSpPr>
          <p:nvPr/>
        </p:nvCxnSpPr>
        <p:spPr>
          <a:xfrm>
            <a:off x="686567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B7C8C19-19EC-6055-040E-4CE6E281F898}"/>
              </a:ext>
            </a:extLst>
          </p:cNvPr>
          <p:cNvCxnSpPr>
            <a:cxnSpLocks/>
          </p:cNvCxnSpPr>
          <p:nvPr/>
        </p:nvCxnSpPr>
        <p:spPr>
          <a:xfrm>
            <a:off x="685208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C435935-4FD4-C1E5-ED42-A9E1E52CC7C1}"/>
              </a:ext>
            </a:extLst>
          </p:cNvPr>
          <p:cNvCxnSpPr>
            <a:cxnSpLocks/>
          </p:cNvCxnSpPr>
          <p:nvPr/>
        </p:nvCxnSpPr>
        <p:spPr>
          <a:xfrm>
            <a:off x="775218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9AA16EB-1B25-A1D6-E180-7B97C0568395}"/>
                  </a:ext>
                </a:extLst>
              </p:cNvPr>
              <p:cNvSpPr txBox="1"/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=0.5 nm</a:t>
                </a:r>
                <a:endParaRPr lang="zh-CN" altLang="en-US" sz="1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9AA16EB-1B25-A1D6-E180-7B97C0568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A6B0B74E-1C56-7F7D-D80C-07ABF758BC2A}"/>
              </a:ext>
            </a:extLst>
          </p:cNvPr>
          <p:cNvSpPr txBox="1"/>
          <p:nvPr/>
        </p:nvSpPr>
        <p:spPr>
          <a:xfrm>
            <a:off x="693088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latin typeface="Cambria Math" panose="02040503050406030204" pitchFamily="18" charset="0"/>
              </a:rPr>
              <a:t>V</a:t>
            </a:r>
            <a:r>
              <a:rPr lang="zh-CN" altLang="zh-CN" sz="1050" baseline="-25000" dirty="0">
                <a:latin typeface="Cambria Math" panose="02040503050406030204" pitchFamily="18" charset="0"/>
              </a:rPr>
              <a:t>0</a:t>
            </a:r>
            <a:r>
              <a:rPr lang="zh-CN" altLang="zh-CN" sz="1050" dirty="0">
                <a:latin typeface="Cambria Math" panose="02040503050406030204" pitchFamily="18" charset="0"/>
              </a:rPr>
              <a:t>​=2 eV</a:t>
            </a:r>
            <a:endParaRPr lang="zh-CN" altLang="en-US" sz="1000" dirty="0">
              <a:latin typeface="Cambria Math" panose="020405030504060302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E62C7C3-F2B4-2685-47B9-492FB187BCED}"/>
              </a:ext>
            </a:extLst>
          </p:cNvPr>
          <p:cNvSpPr/>
          <p:nvPr/>
        </p:nvSpPr>
        <p:spPr>
          <a:xfrm>
            <a:off x="5576714" y="2722708"/>
            <a:ext cx="1212931" cy="44838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E86E80-6561-6990-E2B8-611B321D4BE6}"/>
              </a:ext>
            </a:extLst>
          </p:cNvPr>
          <p:cNvSpPr txBox="1"/>
          <p:nvPr/>
        </p:nvSpPr>
        <p:spPr>
          <a:xfrm>
            <a:off x="696009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DF6B3A-941E-EBB6-7A91-FBE0D07DDA08}"/>
              </a:ext>
            </a:extLst>
          </p:cNvPr>
          <p:cNvSpPr txBox="1"/>
          <p:nvPr/>
        </p:nvSpPr>
        <p:spPr>
          <a:xfrm>
            <a:off x="5879977" y="1448780"/>
            <a:ext cx="2988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自由空间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势垒内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自由空间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0564F2-65DC-310C-ECAF-8EE9C2DAA619}"/>
              </a:ext>
            </a:extLst>
          </p:cNvPr>
          <p:cNvSpPr txBox="1"/>
          <p:nvPr/>
        </p:nvSpPr>
        <p:spPr>
          <a:xfrm>
            <a:off x="6708068" y="872716"/>
            <a:ext cx="4177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 x</a:t>
            </a:r>
            <a:endParaRPr lang="zh-CN" altLang="en-US" sz="12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28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7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7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12" dur="7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7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7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69686D-2039-469A-8D1E-31C377E85AD7}"/>
              </a:ext>
            </a:extLst>
          </p:cNvPr>
          <p:cNvSpPr txBox="1"/>
          <p:nvPr/>
        </p:nvSpPr>
        <p:spPr>
          <a:xfrm>
            <a:off x="3305690" y="548680"/>
            <a:ext cx="55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MOSFET(Metal Oxide Semiconductor Field Effect Transistor MOSFET) </a:t>
            </a:r>
            <a:r>
              <a:rPr lang="zh-CN" altLang="en-US" sz="1400" dirty="0">
                <a:solidFill>
                  <a:schemeClr val="bg1"/>
                </a:solidFill>
              </a:rPr>
              <a:t>金属氧化物半导体场效应晶体管</a:t>
            </a:r>
          </a:p>
        </p:txBody>
      </p:sp>
    </p:spTree>
    <p:extLst>
      <p:ext uri="{BB962C8B-B14F-4D97-AF65-F5344CB8AC3E}">
        <p14:creationId xmlns:p14="http://schemas.microsoft.com/office/powerpoint/2010/main" val="2204292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0D053-7C88-A603-155D-1459346A5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971D9140-A0F1-AD78-AA7C-D444E2EB958E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DE8F094-B43E-1063-5194-000A8246497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15D02637-A694-6BE5-AF7C-CCD424864B7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DA4778B-B535-D538-DC72-187D586BB5A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6E34AEB-FA36-3803-E67D-CB55EA3D5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5CB68889-9DA4-C382-629C-F386177AA6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B69BFE31-6BEE-41AC-2F48-CCB2AF7CD0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7A1EFD7C-99BA-5255-A1E0-64CC09E65563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B923A12-94F8-3325-024D-7B2AC001B103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38A680C-C77C-AF53-F474-C99D57410A80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6527BAC-ED75-CD51-D05F-4AEA7E0635D3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CACE5599-2B1A-D673-01C0-E2981AE1DB37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839E321C-3427-B618-BF39-16D7826FB5EE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CD200F36-E969-56D5-356F-26A0EC2BA82B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BADD4E3-FDC0-3F33-A48A-6E78D4954D0D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4247E6D-2E09-4B8C-7D97-BFAC78884B31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350B5D52-C641-EB7D-F50D-24E02FE32EED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30A932E-A1A0-9E66-6790-44154EB3FF91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F1346293-FF40-827F-CB9E-E4A7F6CF7851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A2FA5A4-723E-F0A2-F136-2DBF83815B7E}"/>
                  </a:ext>
                </a:extLst>
              </p:cNvPr>
              <p:cNvSpPr txBox="1"/>
              <p:nvPr/>
            </p:nvSpPr>
            <p:spPr>
              <a:xfrm>
                <a:off x="7417608" y="944724"/>
                <a:ext cx="550600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A2FA5A4-723E-F0A2-F136-2DBF83815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608" y="944724"/>
                <a:ext cx="550600" cy="277127"/>
              </a:xfrm>
              <a:prstGeom prst="rect">
                <a:avLst/>
              </a:prstGeom>
              <a:blipFill>
                <a:blip r:embed="rId2"/>
                <a:stretch>
                  <a:fillRect l="-14444" t="-2222" r="-1444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41E7191-2E67-A900-AF72-FC0BAE14634F}"/>
              </a:ext>
            </a:extLst>
          </p:cNvPr>
          <p:cNvSpPr/>
          <p:nvPr/>
        </p:nvSpPr>
        <p:spPr>
          <a:xfrm>
            <a:off x="4170958" y="1394003"/>
            <a:ext cx="2695576" cy="885231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9E38BF5-90D6-E84F-A989-A9DE538342CC}"/>
              </a:ext>
            </a:extLst>
          </p:cNvPr>
          <p:cNvGrpSpPr/>
          <p:nvPr/>
        </p:nvGrpSpPr>
        <p:grpSpPr>
          <a:xfrm rot="3138508">
            <a:off x="6847740" y="1104111"/>
            <a:ext cx="180020" cy="468052"/>
            <a:chOff x="2783632" y="2456892"/>
            <a:chExt cx="180020" cy="468052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A62ACAD-2BD2-4A12-3318-8D752C6FD4F7}"/>
                </a:ext>
              </a:extLst>
            </p:cNvPr>
            <p:cNvCxnSpPr>
              <a:cxnSpLocks/>
            </p:cNvCxnSpPr>
            <p:nvPr/>
          </p:nvCxnSpPr>
          <p:spPr>
            <a:xfrm>
              <a:off x="2783632" y="2780928"/>
              <a:ext cx="72008" cy="144016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A218125B-6182-A22F-0250-9C247C8D8C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5640" y="2780928"/>
              <a:ext cx="108012" cy="144016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E6DECE6B-2445-DB2A-B890-32A2E1F1C0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5640" y="2456892"/>
              <a:ext cx="36004" cy="468052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6778944-90DB-949B-6EE1-BE8CA27C5299}"/>
                  </a:ext>
                </a:extLst>
              </p:cNvPr>
              <p:cNvSpPr txBox="1"/>
              <p:nvPr/>
            </p:nvSpPr>
            <p:spPr>
              <a:xfrm>
                <a:off x="3755740" y="3881231"/>
                <a:ext cx="3915367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6778944-90DB-949B-6EE1-BE8CA27C5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740" y="3881231"/>
                <a:ext cx="3915367" cy="1095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3E6F811D-ACCF-F082-80E0-2CD8CDADF274}"/>
              </a:ext>
            </a:extLst>
          </p:cNvPr>
          <p:cNvSpPr txBox="1"/>
          <p:nvPr/>
        </p:nvSpPr>
        <p:spPr>
          <a:xfrm>
            <a:off x="2243572" y="4162039"/>
            <a:ext cx="136815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复指数形式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BD08A79-04CB-8DE5-5DD6-1AEB576944A6}"/>
              </a:ext>
            </a:extLst>
          </p:cNvPr>
          <p:cNvSpPr txBox="1"/>
          <p:nvPr/>
        </p:nvSpPr>
        <p:spPr>
          <a:xfrm>
            <a:off x="2246648" y="3511771"/>
            <a:ext cx="136815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正余弦形式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098B733-F0BF-AB56-0E83-EE870E8A66D3}"/>
                  </a:ext>
                </a:extLst>
              </p:cNvPr>
              <p:cNvSpPr txBox="1"/>
              <p:nvPr/>
            </p:nvSpPr>
            <p:spPr>
              <a:xfrm>
                <a:off x="3964812" y="3547123"/>
                <a:ext cx="302762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zh-CN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func>
                        <m:funcPr>
                          <m:ctrlPr>
                            <a:rPr lang="zh-CN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e>
                          </m:d>
                        </m:e>
                      </m:func>
                      <m:r>
                        <a:rPr lang="zh-CN" altLang="zh-CN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zh-CN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func>
                        <m:funcPr>
                          <m:ctrlPr>
                            <a:rPr lang="zh-CN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098B733-F0BF-AB56-0E83-EE870E8A6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812" y="3547123"/>
                <a:ext cx="3027624" cy="277127"/>
              </a:xfrm>
              <a:prstGeom prst="rect">
                <a:avLst/>
              </a:prstGeom>
              <a:blipFill>
                <a:blip r:embed="rId4"/>
                <a:stretch>
                  <a:fillRect l="-2213" t="-222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A7FB4F0-EC4D-47DF-C72C-23531CBBC39F}"/>
              </a:ext>
            </a:extLst>
          </p:cNvPr>
          <p:cNvCxnSpPr/>
          <p:nvPr/>
        </p:nvCxnSpPr>
        <p:spPr>
          <a:xfrm>
            <a:off x="7968208" y="5399114"/>
            <a:ext cx="2952328" cy="756084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E0B6F655-87C1-3777-017B-B8072259FE26}"/>
              </a:ext>
            </a:extLst>
          </p:cNvPr>
          <p:cNvSpPr/>
          <p:nvPr/>
        </p:nvSpPr>
        <p:spPr>
          <a:xfrm>
            <a:off x="7464152" y="2842830"/>
            <a:ext cx="3888317" cy="615951"/>
          </a:xfrm>
          <a:custGeom>
            <a:avLst/>
            <a:gdLst>
              <a:gd name="csX0" fmla="*/ 0 w 3888317"/>
              <a:gd name="csY0" fmla="*/ 10584 h 615951"/>
              <a:gd name="csX1" fmla="*/ 351367 w 3888317"/>
              <a:gd name="csY1" fmla="*/ 611717 h 615951"/>
              <a:gd name="csX2" fmla="*/ 711200 w 3888317"/>
              <a:gd name="csY2" fmla="*/ 16934 h 615951"/>
              <a:gd name="csX3" fmla="*/ 1060450 w 3888317"/>
              <a:gd name="csY3" fmla="*/ 613834 h 615951"/>
              <a:gd name="csX4" fmla="*/ 1413934 w 3888317"/>
              <a:gd name="csY4" fmla="*/ 12701 h 615951"/>
              <a:gd name="csX5" fmla="*/ 1767417 w 3888317"/>
              <a:gd name="csY5" fmla="*/ 613834 h 615951"/>
              <a:gd name="csX6" fmla="*/ 2120900 w 3888317"/>
              <a:gd name="csY6" fmla="*/ 16934 h 615951"/>
              <a:gd name="csX7" fmla="*/ 2468034 w 3888317"/>
              <a:gd name="csY7" fmla="*/ 613834 h 615951"/>
              <a:gd name="csX8" fmla="*/ 2825750 w 3888317"/>
              <a:gd name="csY8" fmla="*/ 1 h 615951"/>
              <a:gd name="csX9" fmla="*/ 3177117 w 3888317"/>
              <a:gd name="csY9" fmla="*/ 607484 h 615951"/>
              <a:gd name="csX10" fmla="*/ 3524250 w 3888317"/>
              <a:gd name="csY10" fmla="*/ 4234 h 615951"/>
              <a:gd name="csX11" fmla="*/ 3888317 w 3888317"/>
              <a:gd name="csY11" fmla="*/ 615951 h 615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888317" h="615951">
                <a:moveTo>
                  <a:pt x="0" y="10584"/>
                </a:moveTo>
                <a:cubicBezTo>
                  <a:pt x="116417" y="310621"/>
                  <a:pt x="232834" y="610659"/>
                  <a:pt x="351367" y="611717"/>
                </a:cubicBezTo>
                <a:cubicBezTo>
                  <a:pt x="469900" y="612775"/>
                  <a:pt x="593020" y="16581"/>
                  <a:pt x="711200" y="16934"/>
                </a:cubicBezTo>
                <a:cubicBezTo>
                  <a:pt x="829380" y="17287"/>
                  <a:pt x="943328" y="614540"/>
                  <a:pt x="1060450" y="613834"/>
                </a:cubicBezTo>
                <a:cubicBezTo>
                  <a:pt x="1177572" y="613129"/>
                  <a:pt x="1296106" y="12701"/>
                  <a:pt x="1413934" y="12701"/>
                </a:cubicBezTo>
                <a:cubicBezTo>
                  <a:pt x="1531762" y="12701"/>
                  <a:pt x="1649589" y="613129"/>
                  <a:pt x="1767417" y="613834"/>
                </a:cubicBezTo>
                <a:cubicBezTo>
                  <a:pt x="1885245" y="614540"/>
                  <a:pt x="2004131" y="16934"/>
                  <a:pt x="2120900" y="16934"/>
                </a:cubicBezTo>
                <a:cubicBezTo>
                  <a:pt x="2237669" y="16934"/>
                  <a:pt x="2350559" y="616656"/>
                  <a:pt x="2468034" y="613834"/>
                </a:cubicBezTo>
                <a:cubicBezTo>
                  <a:pt x="2585509" y="611012"/>
                  <a:pt x="2707570" y="1059"/>
                  <a:pt x="2825750" y="1"/>
                </a:cubicBezTo>
                <a:cubicBezTo>
                  <a:pt x="2943930" y="-1057"/>
                  <a:pt x="3060700" y="606779"/>
                  <a:pt x="3177117" y="607484"/>
                </a:cubicBezTo>
                <a:cubicBezTo>
                  <a:pt x="3293534" y="608190"/>
                  <a:pt x="3405717" y="2823"/>
                  <a:pt x="3524250" y="4234"/>
                </a:cubicBezTo>
                <a:cubicBezTo>
                  <a:pt x="3642783" y="5645"/>
                  <a:pt x="3765550" y="310798"/>
                  <a:pt x="3888317" y="615951"/>
                </a:cubicBez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  <a:scene3d>
            <a:camera prst="orthographicFront">
              <a:rot lat="600000" lon="2400000" rev="104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8017BA3-66E0-E7BE-8F98-1919D6E0DAF2}"/>
              </a:ext>
            </a:extLst>
          </p:cNvPr>
          <p:cNvCxnSpPr/>
          <p:nvPr/>
        </p:nvCxnSpPr>
        <p:spPr>
          <a:xfrm flipV="1">
            <a:off x="7968208" y="1906926"/>
            <a:ext cx="0" cy="180000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1B2EC79-0CE0-640C-EF0A-B70858E6B047}"/>
              </a:ext>
            </a:extLst>
          </p:cNvPr>
          <p:cNvCxnSpPr/>
          <p:nvPr/>
        </p:nvCxnSpPr>
        <p:spPr>
          <a:xfrm>
            <a:off x="7968208" y="2804908"/>
            <a:ext cx="2952328" cy="756084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5496E1F-FEF5-E139-8C0B-E0B9F8FB53A0}"/>
              </a:ext>
            </a:extLst>
          </p:cNvPr>
          <p:cNvCxnSpPr/>
          <p:nvPr/>
        </p:nvCxnSpPr>
        <p:spPr>
          <a:xfrm flipV="1">
            <a:off x="7968208" y="4509320"/>
            <a:ext cx="0" cy="180000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B76031B0-B9CC-3599-E774-EDB147B54FB7}"/>
              </a:ext>
            </a:extLst>
          </p:cNvPr>
          <p:cNvSpPr/>
          <p:nvPr/>
        </p:nvSpPr>
        <p:spPr>
          <a:xfrm>
            <a:off x="7824191" y="5477345"/>
            <a:ext cx="3276365" cy="615951"/>
          </a:xfrm>
          <a:custGeom>
            <a:avLst/>
            <a:gdLst>
              <a:gd name="csX0" fmla="*/ 0 w 3888317"/>
              <a:gd name="csY0" fmla="*/ 10584 h 615951"/>
              <a:gd name="csX1" fmla="*/ 351367 w 3888317"/>
              <a:gd name="csY1" fmla="*/ 611717 h 615951"/>
              <a:gd name="csX2" fmla="*/ 711200 w 3888317"/>
              <a:gd name="csY2" fmla="*/ 16934 h 615951"/>
              <a:gd name="csX3" fmla="*/ 1060450 w 3888317"/>
              <a:gd name="csY3" fmla="*/ 613834 h 615951"/>
              <a:gd name="csX4" fmla="*/ 1413934 w 3888317"/>
              <a:gd name="csY4" fmla="*/ 12701 h 615951"/>
              <a:gd name="csX5" fmla="*/ 1767417 w 3888317"/>
              <a:gd name="csY5" fmla="*/ 613834 h 615951"/>
              <a:gd name="csX6" fmla="*/ 2120900 w 3888317"/>
              <a:gd name="csY6" fmla="*/ 16934 h 615951"/>
              <a:gd name="csX7" fmla="*/ 2468034 w 3888317"/>
              <a:gd name="csY7" fmla="*/ 613834 h 615951"/>
              <a:gd name="csX8" fmla="*/ 2825750 w 3888317"/>
              <a:gd name="csY8" fmla="*/ 1 h 615951"/>
              <a:gd name="csX9" fmla="*/ 3177117 w 3888317"/>
              <a:gd name="csY9" fmla="*/ 607484 h 615951"/>
              <a:gd name="csX10" fmla="*/ 3524250 w 3888317"/>
              <a:gd name="csY10" fmla="*/ 4234 h 615951"/>
              <a:gd name="csX11" fmla="*/ 3888317 w 3888317"/>
              <a:gd name="csY11" fmla="*/ 615951 h 615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888317" h="615951">
                <a:moveTo>
                  <a:pt x="0" y="10584"/>
                </a:moveTo>
                <a:cubicBezTo>
                  <a:pt x="116417" y="310621"/>
                  <a:pt x="232834" y="610659"/>
                  <a:pt x="351367" y="611717"/>
                </a:cubicBezTo>
                <a:cubicBezTo>
                  <a:pt x="469900" y="612775"/>
                  <a:pt x="593020" y="16581"/>
                  <a:pt x="711200" y="16934"/>
                </a:cubicBezTo>
                <a:cubicBezTo>
                  <a:pt x="829380" y="17287"/>
                  <a:pt x="943328" y="614540"/>
                  <a:pt x="1060450" y="613834"/>
                </a:cubicBezTo>
                <a:cubicBezTo>
                  <a:pt x="1177572" y="613129"/>
                  <a:pt x="1296106" y="12701"/>
                  <a:pt x="1413934" y="12701"/>
                </a:cubicBezTo>
                <a:cubicBezTo>
                  <a:pt x="1531762" y="12701"/>
                  <a:pt x="1649589" y="613129"/>
                  <a:pt x="1767417" y="613834"/>
                </a:cubicBezTo>
                <a:cubicBezTo>
                  <a:pt x="1885245" y="614540"/>
                  <a:pt x="2004131" y="16934"/>
                  <a:pt x="2120900" y="16934"/>
                </a:cubicBezTo>
                <a:cubicBezTo>
                  <a:pt x="2237669" y="16934"/>
                  <a:pt x="2350559" y="616656"/>
                  <a:pt x="2468034" y="613834"/>
                </a:cubicBezTo>
                <a:cubicBezTo>
                  <a:pt x="2585509" y="611012"/>
                  <a:pt x="2707570" y="1059"/>
                  <a:pt x="2825750" y="1"/>
                </a:cubicBezTo>
                <a:cubicBezTo>
                  <a:pt x="2943930" y="-1057"/>
                  <a:pt x="3060700" y="606779"/>
                  <a:pt x="3177117" y="607484"/>
                </a:cubicBezTo>
                <a:cubicBezTo>
                  <a:pt x="3293534" y="608190"/>
                  <a:pt x="3405717" y="2823"/>
                  <a:pt x="3524250" y="4234"/>
                </a:cubicBezTo>
                <a:cubicBezTo>
                  <a:pt x="3642783" y="5645"/>
                  <a:pt x="3765550" y="310798"/>
                  <a:pt x="3888317" y="615951"/>
                </a:cubicBez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  <a:scene3d>
            <a:camera prst="orthographicFront">
              <a:rot lat="13200000" lon="1800000" rev="87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806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E911DB6-E752-66C6-F4FC-E647956F3978}"/>
              </a:ext>
            </a:extLst>
          </p:cNvPr>
          <p:cNvSpPr/>
          <p:nvPr/>
        </p:nvSpPr>
        <p:spPr>
          <a:xfrm>
            <a:off x="8112224" y="2092591"/>
            <a:ext cx="972108" cy="1336405"/>
          </a:xfrm>
          <a:prstGeom prst="rect">
            <a:avLst/>
          </a:prstGeom>
          <a:solidFill>
            <a:srgbClr val="DBE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19" descr="fig_wavefunction3.png">
            <a:extLst>
              <a:ext uri="{FF2B5EF4-FFF2-40B4-BE49-F238E27FC236}">
                <a16:creationId xmlns:a16="http://schemas.microsoft.com/office/drawing/2014/main" id="{5D155147-B9F9-B8FF-4B9D-4F9673F75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27" y="1475894"/>
            <a:ext cx="5120640" cy="3072384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C0BC01E-F78E-25A5-BE4B-E886CF0E0F49}"/>
              </a:ext>
            </a:extLst>
          </p:cNvPr>
          <p:cNvSpPr/>
          <p:nvPr/>
        </p:nvSpPr>
        <p:spPr>
          <a:xfrm>
            <a:off x="6188765" y="2092591"/>
            <a:ext cx="5698434" cy="1578262"/>
          </a:xfrm>
          <a:custGeom>
            <a:avLst/>
            <a:gdLst>
              <a:gd name="connsiteX0" fmla="*/ 0 w 6317554"/>
              <a:gd name="connsiteY0" fmla="*/ 1342355 h 2177243"/>
              <a:gd name="connsiteX1" fmla="*/ 324679 w 6317554"/>
              <a:gd name="connsiteY1" fmla="*/ 17138 h 2177243"/>
              <a:gd name="connsiteX2" fmla="*/ 596348 w 6317554"/>
              <a:gd name="connsiteY2" fmla="*/ 2177242 h 2177243"/>
              <a:gd name="connsiteX3" fmla="*/ 1152940 w 6317554"/>
              <a:gd name="connsiteY3" fmla="*/ 30390 h 2177243"/>
              <a:gd name="connsiteX4" fmla="*/ 1590261 w 6317554"/>
              <a:gd name="connsiteY4" fmla="*/ 1865816 h 2177243"/>
              <a:gd name="connsiteX5" fmla="*/ 1914940 w 6317554"/>
              <a:gd name="connsiteY5" fmla="*/ 149659 h 2177243"/>
              <a:gd name="connsiteX6" fmla="*/ 3087757 w 6317554"/>
              <a:gd name="connsiteY6" fmla="*/ 1295973 h 2177243"/>
              <a:gd name="connsiteX7" fmla="*/ 3737114 w 6317554"/>
              <a:gd name="connsiteY7" fmla="*/ 1348981 h 2177243"/>
              <a:gd name="connsiteX8" fmla="*/ 4479235 w 6317554"/>
              <a:gd name="connsiteY8" fmla="*/ 1461625 h 2177243"/>
              <a:gd name="connsiteX9" fmla="*/ 5068957 w 6317554"/>
              <a:gd name="connsiteY9" fmla="*/ 1329103 h 2177243"/>
              <a:gd name="connsiteX10" fmla="*/ 5791200 w 6317554"/>
              <a:gd name="connsiteY10" fmla="*/ 1527886 h 2177243"/>
              <a:gd name="connsiteX11" fmla="*/ 6056244 w 6317554"/>
              <a:gd name="connsiteY11" fmla="*/ 1401990 h 2177243"/>
              <a:gd name="connsiteX0" fmla="*/ 0 w 6337432"/>
              <a:gd name="connsiteY0" fmla="*/ 1513373 h 2169357"/>
              <a:gd name="connsiteX1" fmla="*/ 344557 w 6337432"/>
              <a:gd name="connsiteY1" fmla="*/ 9252 h 2169357"/>
              <a:gd name="connsiteX2" fmla="*/ 616226 w 6337432"/>
              <a:gd name="connsiteY2" fmla="*/ 2169356 h 2169357"/>
              <a:gd name="connsiteX3" fmla="*/ 1172818 w 6337432"/>
              <a:gd name="connsiteY3" fmla="*/ 22504 h 2169357"/>
              <a:gd name="connsiteX4" fmla="*/ 1610139 w 6337432"/>
              <a:gd name="connsiteY4" fmla="*/ 1857930 h 2169357"/>
              <a:gd name="connsiteX5" fmla="*/ 1934818 w 6337432"/>
              <a:gd name="connsiteY5" fmla="*/ 141773 h 2169357"/>
              <a:gd name="connsiteX6" fmla="*/ 3107635 w 6337432"/>
              <a:gd name="connsiteY6" fmla="*/ 1288087 h 2169357"/>
              <a:gd name="connsiteX7" fmla="*/ 3756992 w 6337432"/>
              <a:gd name="connsiteY7" fmla="*/ 1341095 h 2169357"/>
              <a:gd name="connsiteX8" fmla="*/ 4499113 w 6337432"/>
              <a:gd name="connsiteY8" fmla="*/ 1453739 h 2169357"/>
              <a:gd name="connsiteX9" fmla="*/ 5088835 w 6337432"/>
              <a:gd name="connsiteY9" fmla="*/ 1321217 h 2169357"/>
              <a:gd name="connsiteX10" fmla="*/ 5811078 w 6337432"/>
              <a:gd name="connsiteY10" fmla="*/ 1520000 h 2169357"/>
              <a:gd name="connsiteX11" fmla="*/ 6076122 w 6337432"/>
              <a:gd name="connsiteY11" fmla="*/ 1394104 h 2169357"/>
              <a:gd name="connsiteX0" fmla="*/ 0 w 6337432"/>
              <a:gd name="connsiteY0" fmla="*/ 1491932 h 2148066"/>
              <a:gd name="connsiteX1" fmla="*/ 278296 w 6337432"/>
              <a:gd name="connsiteY1" fmla="*/ 120332 h 2148066"/>
              <a:gd name="connsiteX2" fmla="*/ 616226 w 6337432"/>
              <a:gd name="connsiteY2" fmla="*/ 2147915 h 2148066"/>
              <a:gd name="connsiteX3" fmla="*/ 1172818 w 6337432"/>
              <a:gd name="connsiteY3" fmla="*/ 1063 h 2148066"/>
              <a:gd name="connsiteX4" fmla="*/ 1610139 w 6337432"/>
              <a:gd name="connsiteY4" fmla="*/ 1836489 h 2148066"/>
              <a:gd name="connsiteX5" fmla="*/ 1934818 w 6337432"/>
              <a:gd name="connsiteY5" fmla="*/ 120332 h 2148066"/>
              <a:gd name="connsiteX6" fmla="*/ 3107635 w 6337432"/>
              <a:gd name="connsiteY6" fmla="*/ 1266646 h 2148066"/>
              <a:gd name="connsiteX7" fmla="*/ 3756992 w 6337432"/>
              <a:gd name="connsiteY7" fmla="*/ 1319654 h 2148066"/>
              <a:gd name="connsiteX8" fmla="*/ 4499113 w 6337432"/>
              <a:gd name="connsiteY8" fmla="*/ 1432298 h 2148066"/>
              <a:gd name="connsiteX9" fmla="*/ 5088835 w 6337432"/>
              <a:gd name="connsiteY9" fmla="*/ 1299776 h 2148066"/>
              <a:gd name="connsiteX10" fmla="*/ 5811078 w 6337432"/>
              <a:gd name="connsiteY10" fmla="*/ 1498559 h 2148066"/>
              <a:gd name="connsiteX11" fmla="*/ 6076122 w 6337432"/>
              <a:gd name="connsiteY11" fmla="*/ 1372663 h 2148066"/>
              <a:gd name="connsiteX0" fmla="*/ 0 w 6337432"/>
              <a:gd name="connsiteY0" fmla="*/ 1491932 h 2148057"/>
              <a:gd name="connsiteX1" fmla="*/ 278296 w 6337432"/>
              <a:gd name="connsiteY1" fmla="*/ 120332 h 2148057"/>
              <a:gd name="connsiteX2" fmla="*/ 616226 w 6337432"/>
              <a:gd name="connsiteY2" fmla="*/ 2147915 h 2148057"/>
              <a:gd name="connsiteX3" fmla="*/ 1172818 w 6337432"/>
              <a:gd name="connsiteY3" fmla="*/ 1063 h 2148057"/>
              <a:gd name="connsiteX4" fmla="*/ 1610139 w 6337432"/>
              <a:gd name="connsiteY4" fmla="*/ 1836489 h 2148057"/>
              <a:gd name="connsiteX5" fmla="*/ 1934818 w 6337432"/>
              <a:gd name="connsiteY5" fmla="*/ 120332 h 2148057"/>
              <a:gd name="connsiteX6" fmla="*/ 3107635 w 6337432"/>
              <a:gd name="connsiteY6" fmla="*/ 1266646 h 2148057"/>
              <a:gd name="connsiteX7" fmla="*/ 3756992 w 6337432"/>
              <a:gd name="connsiteY7" fmla="*/ 1319654 h 2148057"/>
              <a:gd name="connsiteX8" fmla="*/ 4499113 w 6337432"/>
              <a:gd name="connsiteY8" fmla="*/ 1432298 h 2148057"/>
              <a:gd name="connsiteX9" fmla="*/ 5088835 w 6337432"/>
              <a:gd name="connsiteY9" fmla="*/ 1299776 h 2148057"/>
              <a:gd name="connsiteX10" fmla="*/ 5811078 w 6337432"/>
              <a:gd name="connsiteY10" fmla="*/ 1498559 h 2148057"/>
              <a:gd name="connsiteX11" fmla="*/ 6076122 w 6337432"/>
              <a:gd name="connsiteY11" fmla="*/ 1372663 h 2148057"/>
              <a:gd name="connsiteX0" fmla="*/ 0 w 6337432"/>
              <a:gd name="connsiteY0" fmla="*/ 1490872 h 1835608"/>
              <a:gd name="connsiteX1" fmla="*/ 278296 w 6337432"/>
              <a:gd name="connsiteY1" fmla="*/ 119272 h 1835608"/>
              <a:gd name="connsiteX2" fmla="*/ 669234 w 6337432"/>
              <a:gd name="connsiteY2" fmla="*/ 1822177 h 1835608"/>
              <a:gd name="connsiteX3" fmla="*/ 1172818 w 6337432"/>
              <a:gd name="connsiteY3" fmla="*/ 3 h 1835608"/>
              <a:gd name="connsiteX4" fmla="*/ 1610139 w 6337432"/>
              <a:gd name="connsiteY4" fmla="*/ 1835429 h 1835608"/>
              <a:gd name="connsiteX5" fmla="*/ 1934818 w 6337432"/>
              <a:gd name="connsiteY5" fmla="*/ 119272 h 1835608"/>
              <a:gd name="connsiteX6" fmla="*/ 3107635 w 6337432"/>
              <a:gd name="connsiteY6" fmla="*/ 1265586 h 1835608"/>
              <a:gd name="connsiteX7" fmla="*/ 3756992 w 6337432"/>
              <a:gd name="connsiteY7" fmla="*/ 1318594 h 1835608"/>
              <a:gd name="connsiteX8" fmla="*/ 4499113 w 6337432"/>
              <a:gd name="connsiteY8" fmla="*/ 1431238 h 1835608"/>
              <a:gd name="connsiteX9" fmla="*/ 5088835 w 6337432"/>
              <a:gd name="connsiteY9" fmla="*/ 1298716 h 1835608"/>
              <a:gd name="connsiteX10" fmla="*/ 5811078 w 6337432"/>
              <a:gd name="connsiteY10" fmla="*/ 1497499 h 1835608"/>
              <a:gd name="connsiteX11" fmla="*/ 6076122 w 6337432"/>
              <a:gd name="connsiteY11" fmla="*/ 1371603 h 1835608"/>
              <a:gd name="connsiteX0" fmla="*/ 0 w 6337432"/>
              <a:gd name="connsiteY0" fmla="*/ 1398107 h 1742672"/>
              <a:gd name="connsiteX1" fmla="*/ 278296 w 6337432"/>
              <a:gd name="connsiteY1" fmla="*/ 26507 h 1742672"/>
              <a:gd name="connsiteX2" fmla="*/ 669234 w 6337432"/>
              <a:gd name="connsiteY2" fmla="*/ 1729412 h 1742672"/>
              <a:gd name="connsiteX3" fmla="*/ 1166192 w 6337432"/>
              <a:gd name="connsiteY3" fmla="*/ 3 h 1742672"/>
              <a:gd name="connsiteX4" fmla="*/ 1610139 w 6337432"/>
              <a:gd name="connsiteY4" fmla="*/ 1742664 h 1742672"/>
              <a:gd name="connsiteX5" fmla="*/ 1934818 w 6337432"/>
              <a:gd name="connsiteY5" fmla="*/ 26507 h 1742672"/>
              <a:gd name="connsiteX6" fmla="*/ 3107635 w 6337432"/>
              <a:gd name="connsiteY6" fmla="*/ 1172821 h 1742672"/>
              <a:gd name="connsiteX7" fmla="*/ 3756992 w 6337432"/>
              <a:gd name="connsiteY7" fmla="*/ 1225829 h 1742672"/>
              <a:gd name="connsiteX8" fmla="*/ 4499113 w 6337432"/>
              <a:gd name="connsiteY8" fmla="*/ 1338473 h 1742672"/>
              <a:gd name="connsiteX9" fmla="*/ 5088835 w 6337432"/>
              <a:gd name="connsiteY9" fmla="*/ 1205951 h 1742672"/>
              <a:gd name="connsiteX10" fmla="*/ 5811078 w 6337432"/>
              <a:gd name="connsiteY10" fmla="*/ 1404734 h 1742672"/>
              <a:gd name="connsiteX11" fmla="*/ 6076122 w 6337432"/>
              <a:gd name="connsiteY11" fmla="*/ 1278838 h 1742672"/>
              <a:gd name="connsiteX0" fmla="*/ 0 w 6337432"/>
              <a:gd name="connsiteY0" fmla="*/ 1377707 h 1722264"/>
              <a:gd name="connsiteX1" fmla="*/ 278296 w 6337432"/>
              <a:gd name="connsiteY1" fmla="*/ 6107 h 1722264"/>
              <a:gd name="connsiteX2" fmla="*/ 669234 w 6337432"/>
              <a:gd name="connsiteY2" fmla="*/ 1709012 h 1722264"/>
              <a:gd name="connsiteX3" fmla="*/ 1119809 w 6337432"/>
              <a:gd name="connsiteY3" fmla="*/ 6108 h 1722264"/>
              <a:gd name="connsiteX4" fmla="*/ 1610139 w 6337432"/>
              <a:gd name="connsiteY4" fmla="*/ 1722264 h 1722264"/>
              <a:gd name="connsiteX5" fmla="*/ 1934818 w 6337432"/>
              <a:gd name="connsiteY5" fmla="*/ 6107 h 1722264"/>
              <a:gd name="connsiteX6" fmla="*/ 3107635 w 6337432"/>
              <a:gd name="connsiteY6" fmla="*/ 1152421 h 1722264"/>
              <a:gd name="connsiteX7" fmla="*/ 3756992 w 6337432"/>
              <a:gd name="connsiteY7" fmla="*/ 1205429 h 1722264"/>
              <a:gd name="connsiteX8" fmla="*/ 4499113 w 6337432"/>
              <a:gd name="connsiteY8" fmla="*/ 1318073 h 1722264"/>
              <a:gd name="connsiteX9" fmla="*/ 5088835 w 6337432"/>
              <a:gd name="connsiteY9" fmla="*/ 1185551 h 1722264"/>
              <a:gd name="connsiteX10" fmla="*/ 5811078 w 6337432"/>
              <a:gd name="connsiteY10" fmla="*/ 1384334 h 1722264"/>
              <a:gd name="connsiteX11" fmla="*/ 6076122 w 6337432"/>
              <a:gd name="connsiteY11" fmla="*/ 1258438 h 1722264"/>
              <a:gd name="connsiteX0" fmla="*/ 0 w 6337432"/>
              <a:gd name="connsiteY0" fmla="*/ 1377707 h 1722264"/>
              <a:gd name="connsiteX1" fmla="*/ 278296 w 6337432"/>
              <a:gd name="connsiteY1" fmla="*/ 6107 h 1722264"/>
              <a:gd name="connsiteX2" fmla="*/ 655982 w 6337432"/>
              <a:gd name="connsiteY2" fmla="*/ 1583117 h 1722264"/>
              <a:gd name="connsiteX3" fmla="*/ 1119809 w 6337432"/>
              <a:gd name="connsiteY3" fmla="*/ 6108 h 1722264"/>
              <a:gd name="connsiteX4" fmla="*/ 1610139 w 6337432"/>
              <a:gd name="connsiteY4" fmla="*/ 1722264 h 1722264"/>
              <a:gd name="connsiteX5" fmla="*/ 1934818 w 6337432"/>
              <a:gd name="connsiteY5" fmla="*/ 6107 h 1722264"/>
              <a:gd name="connsiteX6" fmla="*/ 3107635 w 6337432"/>
              <a:gd name="connsiteY6" fmla="*/ 1152421 h 1722264"/>
              <a:gd name="connsiteX7" fmla="*/ 3756992 w 6337432"/>
              <a:gd name="connsiteY7" fmla="*/ 1205429 h 1722264"/>
              <a:gd name="connsiteX8" fmla="*/ 4499113 w 6337432"/>
              <a:gd name="connsiteY8" fmla="*/ 1318073 h 1722264"/>
              <a:gd name="connsiteX9" fmla="*/ 5088835 w 6337432"/>
              <a:gd name="connsiteY9" fmla="*/ 1185551 h 1722264"/>
              <a:gd name="connsiteX10" fmla="*/ 5811078 w 6337432"/>
              <a:gd name="connsiteY10" fmla="*/ 1384334 h 1722264"/>
              <a:gd name="connsiteX11" fmla="*/ 6076122 w 6337432"/>
              <a:gd name="connsiteY11" fmla="*/ 1258438 h 1722264"/>
              <a:gd name="connsiteX0" fmla="*/ 0 w 6337432"/>
              <a:gd name="connsiteY0" fmla="*/ 1374612 h 1580022"/>
              <a:gd name="connsiteX1" fmla="*/ 278296 w 6337432"/>
              <a:gd name="connsiteY1" fmla="*/ 3012 h 1580022"/>
              <a:gd name="connsiteX2" fmla="*/ 655982 w 6337432"/>
              <a:gd name="connsiteY2" fmla="*/ 1580022 h 1580022"/>
              <a:gd name="connsiteX3" fmla="*/ 1119809 w 6337432"/>
              <a:gd name="connsiteY3" fmla="*/ 3013 h 1580022"/>
              <a:gd name="connsiteX4" fmla="*/ 1590261 w 6337432"/>
              <a:gd name="connsiteY4" fmla="*/ 1540265 h 1580022"/>
              <a:gd name="connsiteX5" fmla="*/ 1934818 w 6337432"/>
              <a:gd name="connsiteY5" fmla="*/ 3012 h 1580022"/>
              <a:gd name="connsiteX6" fmla="*/ 3107635 w 6337432"/>
              <a:gd name="connsiteY6" fmla="*/ 1149326 h 1580022"/>
              <a:gd name="connsiteX7" fmla="*/ 3756992 w 6337432"/>
              <a:gd name="connsiteY7" fmla="*/ 1202334 h 1580022"/>
              <a:gd name="connsiteX8" fmla="*/ 4499113 w 6337432"/>
              <a:gd name="connsiteY8" fmla="*/ 1314978 h 1580022"/>
              <a:gd name="connsiteX9" fmla="*/ 5088835 w 6337432"/>
              <a:gd name="connsiteY9" fmla="*/ 1182456 h 1580022"/>
              <a:gd name="connsiteX10" fmla="*/ 5811078 w 6337432"/>
              <a:gd name="connsiteY10" fmla="*/ 1381239 h 1580022"/>
              <a:gd name="connsiteX11" fmla="*/ 6076122 w 6337432"/>
              <a:gd name="connsiteY11" fmla="*/ 1255343 h 1580022"/>
              <a:gd name="connsiteX0" fmla="*/ 0 w 6337432"/>
              <a:gd name="connsiteY0" fmla="*/ 1374612 h 1580022"/>
              <a:gd name="connsiteX1" fmla="*/ 278296 w 6337432"/>
              <a:gd name="connsiteY1" fmla="*/ 3012 h 1580022"/>
              <a:gd name="connsiteX2" fmla="*/ 655982 w 6337432"/>
              <a:gd name="connsiteY2" fmla="*/ 1580022 h 1580022"/>
              <a:gd name="connsiteX3" fmla="*/ 1119809 w 6337432"/>
              <a:gd name="connsiteY3" fmla="*/ 3013 h 1580022"/>
              <a:gd name="connsiteX4" fmla="*/ 1590261 w 6337432"/>
              <a:gd name="connsiteY4" fmla="*/ 1540265 h 1580022"/>
              <a:gd name="connsiteX5" fmla="*/ 1934818 w 6337432"/>
              <a:gd name="connsiteY5" fmla="*/ 3012 h 1580022"/>
              <a:gd name="connsiteX6" fmla="*/ 3107635 w 6337432"/>
              <a:gd name="connsiteY6" fmla="*/ 1149326 h 1580022"/>
              <a:gd name="connsiteX7" fmla="*/ 3756992 w 6337432"/>
              <a:gd name="connsiteY7" fmla="*/ 1202334 h 1580022"/>
              <a:gd name="connsiteX8" fmla="*/ 4499113 w 6337432"/>
              <a:gd name="connsiteY8" fmla="*/ 1314978 h 1580022"/>
              <a:gd name="connsiteX9" fmla="*/ 5088835 w 6337432"/>
              <a:gd name="connsiteY9" fmla="*/ 1182456 h 1580022"/>
              <a:gd name="connsiteX10" fmla="*/ 5811078 w 6337432"/>
              <a:gd name="connsiteY10" fmla="*/ 1381239 h 1580022"/>
              <a:gd name="connsiteX11" fmla="*/ 6076122 w 6337432"/>
              <a:gd name="connsiteY11" fmla="*/ 1255343 h 1580022"/>
              <a:gd name="connsiteX0" fmla="*/ 0 w 6337432"/>
              <a:gd name="connsiteY0" fmla="*/ 1374612 h 1580022"/>
              <a:gd name="connsiteX1" fmla="*/ 278296 w 6337432"/>
              <a:gd name="connsiteY1" fmla="*/ 3012 h 1580022"/>
              <a:gd name="connsiteX2" fmla="*/ 655982 w 6337432"/>
              <a:gd name="connsiteY2" fmla="*/ 1580022 h 1580022"/>
              <a:gd name="connsiteX3" fmla="*/ 1119809 w 6337432"/>
              <a:gd name="connsiteY3" fmla="*/ 3013 h 1580022"/>
              <a:gd name="connsiteX4" fmla="*/ 1590261 w 6337432"/>
              <a:gd name="connsiteY4" fmla="*/ 1540265 h 1580022"/>
              <a:gd name="connsiteX5" fmla="*/ 1934818 w 6337432"/>
              <a:gd name="connsiteY5" fmla="*/ 3012 h 1580022"/>
              <a:gd name="connsiteX6" fmla="*/ 3107635 w 6337432"/>
              <a:gd name="connsiteY6" fmla="*/ 1149326 h 1580022"/>
              <a:gd name="connsiteX7" fmla="*/ 3756992 w 6337432"/>
              <a:gd name="connsiteY7" fmla="*/ 1202334 h 1580022"/>
              <a:gd name="connsiteX8" fmla="*/ 4499113 w 6337432"/>
              <a:gd name="connsiteY8" fmla="*/ 1314978 h 1580022"/>
              <a:gd name="connsiteX9" fmla="*/ 5088835 w 6337432"/>
              <a:gd name="connsiteY9" fmla="*/ 1182456 h 1580022"/>
              <a:gd name="connsiteX10" fmla="*/ 5811078 w 6337432"/>
              <a:gd name="connsiteY10" fmla="*/ 1381239 h 1580022"/>
              <a:gd name="connsiteX11" fmla="*/ 6076122 w 6337432"/>
              <a:gd name="connsiteY11" fmla="*/ 1255343 h 1580022"/>
              <a:gd name="connsiteX0" fmla="*/ 0 w 6337432"/>
              <a:gd name="connsiteY0" fmla="*/ 1372852 h 1578262"/>
              <a:gd name="connsiteX1" fmla="*/ 278296 w 6337432"/>
              <a:gd name="connsiteY1" fmla="*/ 1252 h 1578262"/>
              <a:gd name="connsiteX2" fmla="*/ 655982 w 6337432"/>
              <a:gd name="connsiteY2" fmla="*/ 1578262 h 1578262"/>
              <a:gd name="connsiteX3" fmla="*/ 1119809 w 6337432"/>
              <a:gd name="connsiteY3" fmla="*/ 1253 h 1578262"/>
              <a:gd name="connsiteX4" fmla="*/ 1590261 w 6337432"/>
              <a:gd name="connsiteY4" fmla="*/ 1538505 h 1578262"/>
              <a:gd name="connsiteX5" fmla="*/ 1934818 w 6337432"/>
              <a:gd name="connsiteY5" fmla="*/ 1252 h 1578262"/>
              <a:gd name="connsiteX6" fmla="*/ 3107635 w 6337432"/>
              <a:gd name="connsiteY6" fmla="*/ 1147566 h 1578262"/>
              <a:gd name="connsiteX7" fmla="*/ 3756992 w 6337432"/>
              <a:gd name="connsiteY7" fmla="*/ 1200574 h 1578262"/>
              <a:gd name="connsiteX8" fmla="*/ 4499113 w 6337432"/>
              <a:gd name="connsiteY8" fmla="*/ 1313218 h 1578262"/>
              <a:gd name="connsiteX9" fmla="*/ 5088835 w 6337432"/>
              <a:gd name="connsiteY9" fmla="*/ 1180696 h 1578262"/>
              <a:gd name="connsiteX10" fmla="*/ 5811078 w 6337432"/>
              <a:gd name="connsiteY10" fmla="*/ 1379479 h 1578262"/>
              <a:gd name="connsiteX11" fmla="*/ 6076122 w 6337432"/>
              <a:gd name="connsiteY11" fmla="*/ 1253583 h 1578262"/>
              <a:gd name="connsiteX0" fmla="*/ 0 w 6337432"/>
              <a:gd name="connsiteY0" fmla="*/ 1372852 h 1578262"/>
              <a:gd name="connsiteX1" fmla="*/ 278296 w 6337432"/>
              <a:gd name="connsiteY1" fmla="*/ 1252 h 1578262"/>
              <a:gd name="connsiteX2" fmla="*/ 655982 w 6337432"/>
              <a:gd name="connsiteY2" fmla="*/ 1578262 h 1578262"/>
              <a:gd name="connsiteX3" fmla="*/ 1119809 w 6337432"/>
              <a:gd name="connsiteY3" fmla="*/ 1253 h 1578262"/>
              <a:gd name="connsiteX4" fmla="*/ 1590261 w 6337432"/>
              <a:gd name="connsiteY4" fmla="*/ 1538505 h 1578262"/>
              <a:gd name="connsiteX5" fmla="*/ 1934818 w 6337432"/>
              <a:gd name="connsiteY5" fmla="*/ 1252 h 1578262"/>
              <a:gd name="connsiteX6" fmla="*/ 2716696 w 6337432"/>
              <a:gd name="connsiteY6" fmla="*/ 1280088 h 1578262"/>
              <a:gd name="connsiteX7" fmla="*/ 3756992 w 6337432"/>
              <a:gd name="connsiteY7" fmla="*/ 1200574 h 1578262"/>
              <a:gd name="connsiteX8" fmla="*/ 4499113 w 6337432"/>
              <a:gd name="connsiteY8" fmla="*/ 1313218 h 1578262"/>
              <a:gd name="connsiteX9" fmla="*/ 5088835 w 6337432"/>
              <a:gd name="connsiteY9" fmla="*/ 1180696 h 1578262"/>
              <a:gd name="connsiteX10" fmla="*/ 5811078 w 6337432"/>
              <a:gd name="connsiteY10" fmla="*/ 1379479 h 1578262"/>
              <a:gd name="connsiteX11" fmla="*/ 6076122 w 6337432"/>
              <a:gd name="connsiteY11" fmla="*/ 1253583 h 1578262"/>
              <a:gd name="connsiteX0" fmla="*/ 0 w 6337432"/>
              <a:gd name="connsiteY0" fmla="*/ 1372852 h 1578262"/>
              <a:gd name="connsiteX1" fmla="*/ 278296 w 6337432"/>
              <a:gd name="connsiteY1" fmla="*/ 1252 h 1578262"/>
              <a:gd name="connsiteX2" fmla="*/ 655982 w 6337432"/>
              <a:gd name="connsiteY2" fmla="*/ 1578262 h 1578262"/>
              <a:gd name="connsiteX3" fmla="*/ 1119809 w 6337432"/>
              <a:gd name="connsiteY3" fmla="*/ 1253 h 1578262"/>
              <a:gd name="connsiteX4" fmla="*/ 1590261 w 6337432"/>
              <a:gd name="connsiteY4" fmla="*/ 1538505 h 1578262"/>
              <a:gd name="connsiteX5" fmla="*/ 1934818 w 6337432"/>
              <a:gd name="connsiteY5" fmla="*/ 1252 h 1578262"/>
              <a:gd name="connsiteX6" fmla="*/ 2716696 w 6337432"/>
              <a:gd name="connsiteY6" fmla="*/ 1280088 h 1578262"/>
              <a:gd name="connsiteX7" fmla="*/ 3756992 w 6337432"/>
              <a:gd name="connsiteY7" fmla="*/ 1200574 h 1578262"/>
              <a:gd name="connsiteX8" fmla="*/ 4499113 w 6337432"/>
              <a:gd name="connsiteY8" fmla="*/ 1313218 h 1578262"/>
              <a:gd name="connsiteX9" fmla="*/ 5088835 w 6337432"/>
              <a:gd name="connsiteY9" fmla="*/ 1180696 h 1578262"/>
              <a:gd name="connsiteX10" fmla="*/ 5811078 w 6337432"/>
              <a:gd name="connsiteY10" fmla="*/ 1379479 h 1578262"/>
              <a:gd name="connsiteX11" fmla="*/ 6076122 w 6337432"/>
              <a:gd name="connsiteY11" fmla="*/ 1253583 h 1578262"/>
              <a:gd name="connsiteX0" fmla="*/ 0 w 6337432"/>
              <a:gd name="connsiteY0" fmla="*/ 1372852 h 1578262"/>
              <a:gd name="connsiteX1" fmla="*/ 278296 w 6337432"/>
              <a:gd name="connsiteY1" fmla="*/ 1252 h 1578262"/>
              <a:gd name="connsiteX2" fmla="*/ 655982 w 6337432"/>
              <a:gd name="connsiteY2" fmla="*/ 1578262 h 1578262"/>
              <a:gd name="connsiteX3" fmla="*/ 1119809 w 6337432"/>
              <a:gd name="connsiteY3" fmla="*/ 1253 h 1578262"/>
              <a:gd name="connsiteX4" fmla="*/ 1590261 w 6337432"/>
              <a:gd name="connsiteY4" fmla="*/ 1538505 h 1578262"/>
              <a:gd name="connsiteX5" fmla="*/ 1934818 w 6337432"/>
              <a:gd name="connsiteY5" fmla="*/ 1252 h 1578262"/>
              <a:gd name="connsiteX6" fmla="*/ 2716696 w 6337432"/>
              <a:gd name="connsiteY6" fmla="*/ 1280088 h 1578262"/>
              <a:gd name="connsiteX7" fmla="*/ 3684105 w 6337432"/>
              <a:gd name="connsiteY7" fmla="*/ 1266835 h 1578262"/>
              <a:gd name="connsiteX8" fmla="*/ 4499113 w 6337432"/>
              <a:gd name="connsiteY8" fmla="*/ 1313218 h 1578262"/>
              <a:gd name="connsiteX9" fmla="*/ 5088835 w 6337432"/>
              <a:gd name="connsiteY9" fmla="*/ 1180696 h 1578262"/>
              <a:gd name="connsiteX10" fmla="*/ 5811078 w 6337432"/>
              <a:gd name="connsiteY10" fmla="*/ 1379479 h 1578262"/>
              <a:gd name="connsiteX11" fmla="*/ 6076122 w 6337432"/>
              <a:gd name="connsiteY11" fmla="*/ 1253583 h 1578262"/>
              <a:gd name="connsiteX0" fmla="*/ 0 w 6337432"/>
              <a:gd name="connsiteY0" fmla="*/ 1372852 h 1578262"/>
              <a:gd name="connsiteX1" fmla="*/ 278296 w 6337432"/>
              <a:gd name="connsiteY1" fmla="*/ 1252 h 1578262"/>
              <a:gd name="connsiteX2" fmla="*/ 655982 w 6337432"/>
              <a:gd name="connsiteY2" fmla="*/ 1578262 h 1578262"/>
              <a:gd name="connsiteX3" fmla="*/ 1119809 w 6337432"/>
              <a:gd name="connsiteY3" fmla="*/ 1253 h 1578262"/>
              <a:gd name="connsiteX4" fmla="*/ 1590261 w 6337432"/>
              <a:gd name="connsiteY4" fmla="*/ 1538505 h 1578262"/>
              <a:gd name="connsiteX5" fmla="*/ 1934818 w 6337432"/>
              <a:gd name="connsiteY5" fmla="*/ 1252 h 1578262"/>
              <a:gd name="connsiteX6" fmla="*/ 2716696 w 6337432"/>
              <a:gd name="connsiteY6" fmla="*/ 1280088 h 1578262"/>
              <a:gd name="connsiteX7" fmla="*/ 3684105 w 6337432"/>
              <a:gd name="connsiteY7" fmla="*/ 1266835 h 1578262"/>
              <a:gd name="connsiteX8" fmla="*/ 4499113 w 6337432"/>
              <a:gd name="connsiteY8" fmla="*/ 1313218 h 1578262"/>
              <a:gd name="connsiteX9" fmla="*/ 5088835 w 6337432"/>
              <a:gd name="connsiteY9" fmla="*/ 1180696 h 1578262"/>
              <a:gd name="connsiteX10" fmla="*/ 5811078 w 6337432"/>
              <a:gd name="connsiteY10" fmla="*/ 1379479 h 1578262"/>
              <a:gd name="connsiteX11" fmla="*/ 6076122 w 6337432"/>
              <a:gd name="connsiteY11" fmla="*/ 1253583 h 1578262"/>
              <a:gd name="connsiteX0" fmla="*/ 0 w 6337432"/>
              <a:gd name="connsiteY0" fmla="*/ 1372852 h 1578262"/>
              <a:gd name="connsiteX1" fmla="*/ 278296 w 6337432"/>
              <a:gd name="connsiteY1" fmla="*/ 1252 h 1578262"/>
              <a:gd name="connsiteX2" fmla="*/ 655982 w 6337432"/>
              <a:gd name="connsiteY2" fmla="*/ 1578262 h 1578262"/>
              <a:gd name="connsiteX3" fmla="*/ 1119809 w 6337432"/>
              <a:gd name="connsiteY3" fmla="*/ 1253 h 1578262"/>
              <a:gd name="connsiteX4" fmla="*/ 1590261 w 6337432"/>
              <a:gd name="connsiteY4" fmla="*/ 1538505 h 1578262"/>
              <a:gd name="connsiteX5" fmla="*/ 1934818 w 6337432"/>
              <a:gd name="connsiteY5" fmla="*/ 1252 h 1578262"/>
              <a:gd name="connsiteX6" fmla="*/ 2716696 w 6337432"/>
              <a:gd name="connsiteY6" fmla="*/ 1280088 h 1578262"/>
              <a:gd name="connsiteX7" fmla="*/ 3684105 w 6337432"/>
              <a:gd name="connsiteY7" fmla="*/ 1266835 h 1578262"/>
              <a:gd name="connsiteX8" fmla="*/ 4499113 w 6337432"/>
              <a:gd name="connsiteY8" fmla="*/ 1313218 h 1578262"/>
              <a:gd name="connsiteX9" fmla="*/ 5088835 w 6337432"/>
              <a:gd name="connsiteY9" fmla="*/ 1180696 h 1578262"/>
              <a:gd name="connsiteX10" fmla="*/ 5811078 w 6337432"/>
              <a:gd name="connsiteY10" fmla="*/ 1379479 h 1578262"/>
              <a:gd name="connsiteX11" fmla="*/ 6076122 w 6337432"/>
              <a:gd name="connsiteY11" fmla="*/ 1253583 h 1578262"/>
              <a:gd name="connsiteX0" fmla="*/ 0 w 6337432"/>
              <a:gd name="connsiteY0" fmla="*/ 1372852 h 1578262"/>
              <a:gd name="connsiteX1" fmla="*/ 278296 w 6337432"/>
              <a:gd name="connsiteY1" fmla="*/ 1252 h 1578262"/>
              <a:gd name="connsiteX2" fmla="*/ 655982 w 6337432"/>
              <a:gd name="connsiteY2" fmla="*/ 1578262 h 1578262"/>
              <a:gd name="connsiteX3" fmla="*/ 1119809 w 6337432"/>
              <a:gd name="connsiteY3" fmla="*/ 1253 h 1578262"/>
              <a:gd name="connsiteX4" fmla="*/ 1590261 w 6337432"/>
              <a:gd name="connsiteY4" fmla="*/ 1538505 h 1578262"/>
              <a:gd name="connsiteX5" fmla="*/ 1934818 w 6337432"/>
              <a:gd name="connsiteY5" fmla="*/ 1252 h 1578262"/>
              <a:gd name="connsiteX6" fmla="*/ 2716696 w 6337432"/>
              <a:gd name="connsiteY6" fmla="*/ 1280088 h 1578262"/>
              <a:gd name="connsiteX7" fmla="*/ 3684105 w 6337432"/>
              <a:gd name="connsiteY7" fmla="*/ 1266835 h 1578262"/>
              <a:gd name="connsiteX8" fmla="*/ 4499113 w 6337432"/>
              <a:gd name="connsiteY8" fmla="*/ 1313218 h 1578262"/>
              <a:gd name="connsiteX9" fmla="*/ 5108714 w 6337432"/>
              <a:gd name="connsiteY9" fmla="*/ 1266835 h 1578262"/>
              <a:gd name="connsiteX10" fmla="*/ 5811078 w 6337432"/>
              <a:gd name="connsiteY10" fmla="*/ 1379479 h 1578262"/>
              <a:gd name="connsiteX11" fmla="*/ 6076122 w 6337432"/>
              <a:gd name="connsiteY11" fmla="*/ 1253583 h 1578262"/>
              <a:gd name="connsiteX0" fmla="*/ 0 w 5811078"/>
              <a:gd name="connsiteY0" fmla="*/ 1372852 h 1578262"/>
              <a:gd name="connsiteX1" fmla="*/ 278296 w 5811078"/>
              <a:gd name="connsiteY1" fmla="*/ 1252 h 1578262"/>
              <a:gd name="connsiteX2" fmla="*/ 655982 w 5811078"/>
              <a:gd name="connsiteY2" fmla="*/ 1578262 h 1578262"/>
              <a:gd name="connsiteX3" fmla="*/ 1119809 w 5811078"/>
              <a:gd name="connsiteY3" fmla="*/ 1253 h 1578262"/>
              <a:gd name="connsiteX4" fmla="*/ 1590261 w 5811078"/>
              <a:gd name="connsiteY4" fmla="*/ 1538505 h 1578262"/>
              <a:gd name="connsiteX5" fmla="*/ 1934818 w 5811078"/>
              <a:gd name="connsiteY5" fmla="*/ 1252 h 1578262"/>
              <a:gd name="connsiteX6" fmla="*/ 2716696 w 5811078"/>
              <a:gd name="connsiteY6" fmla="*/ 1280088 h 1578262"/>
              <a:gd name="connsiteX7" fmla="*/ 3684105 w 5811078"/>
              <a:gd name="connsiteY7" fmla="*/ 1266835 h 1578262"/>
              <a:gd name="connsiteX8" fmla="*/ 4499113 w 5811078"/>
              <a:gd name="connsiteY8" fmla="*/ 1313218 h 1578262"/>
              <a:gd name="connsiteX9" fmla="*/ 5108714 w 5811078"/>
              <a:gd name="connsiteY9" fmla="*/ 1266835 h 1578262"/>
              <a:gd name="connsiteX10" fmla="*/ 5811078 w 5811078"/>
              <a:gd name="connsiteY10" fmla="*/ 1379479 h 1578262"/>
              <a:gd name="connsiteX0" fmla="*/ 0 w 5698434"/>
              <a:gd name="connsiteY0" fmla="*/ 1372852 h 1578262"/>
              <a:gd name="connsiteX1" fmla="*/ 278296 w 5698434"/>
              <a:gd name="connsiteY1" fmla="*/ 1252 h 1578262"/>
              <a:gd name="connsiteX2" fmla="*/ 655982 w 5698434"/>
              <a:gd name="connsiteY2" fmla="*/ 1578262 h 1578262"/>
              <a:gd name="connsiteX3" fmla="*/ 1119809 w 5698434"/>
              <a:gd name="connsiteY3" fmla="*/ 1253 h 1578262"/>
              <a:gd name="connsiteX4" fmla="*/ 1590261 w 5698434"/>
              <a:gd name="connsiteY4" fmla="*/ 1538505 h 1578262"/>
              <a:gd name="connsiteX5" fmla="*/ 1934818 w 5698434"/>
              <a:gd name="connsiteY5" fmla="*/ 1252 h 1578262"/>
              <a:gd name="connsiteX6" fmla="*/ 2716696 w 5698434"/>
              <a:gd name="connsiteY6" fmla="*/ 1280088 h 1578262"/>
              <a:gd name="connsiteX7" fmla="*/ 3684105 w 5698434"/>
              <a:gd name="connsiteY7" fmla="*/ 1266835 h 1578262"/>
              <a:gd name="connsiteX8" fmla="*/ 4499113 w 5698434"/>
              <a:gd name="connsiteY8" fmla="*/ 1313218 h 1578262"/>
              <a:gd name="connsiteX9" fmla="*/ 5108714 w 5698434"/>
              <a:gd name="connsiteY9" fmla="*/ 1266835 h 1578262"/>
              <a:gd name="connsiteX10" fmla="*/ 5698434 w 5698434"/>
              <a:gd name="connsiteY10" fmla="*/ 1306592 h 1578262"/>
              <a:gd name="connsiteX0" fmla="*/ 0 w 5698434"/>
              <a:gd name="connsiteY0" fmla="*/ 1372852 h 1578262"/>
              <a:gd name="connsiteX1" fmla="*/ 278296 w 5698434"/>
              <a:gd name="connsiteY1" fmla="*/ 1252 h 1578262"/>
              <a:gd name="connsiteX2" fmla="*/ 655982 w 5698434"/>
              <a:gd name="connsiteY2" fmla="*/ 1578262 h 1578262"/>
              <a:gd name="connsiteX3" fmla="*/ 1119809 w 5698434"/>
              <a:gd name="connsiteY3" fmla="*/ 1253 h 1578262"/>
              <a:gd name="connsiteX4" fmla="*/ 1590261 w 5698434"/>
              <a:gd name="connsiteY4" fmla="*/ 1538505 h 1578262"/>
              <a:gd name="connsiteX5" fmla="*/ 1934818 w 5698434"/>
              <a:gd name="connsiteY5" fmla="*/ 1252 h 1578262"/>
              <a:gd name="connsiteX6" fmla="*/ 2716696 w 5698434"/>
              <a:gd name="connsiteY6" fmla="*/ 1280088 h 1578262"/>
              <a:gd name="connsiteX7" fmla="*/ 3684105 w 5698434"/>
              <a:gd name="connsiteY7" fmla="*/ 1266835 h 1578262"/>
              <a:gd name="connsiteX8" fmla="*/ 4499113 w 5698434"/>
              <a:gd name="connsiteY8" fmla="*/ 1313218 h 1578262"/>
              <a:gd name="connsiteX9" fmla="*/ 5108714 w 5698434"/>
              <a:gd name="connsiteY9" fmla="*/ 1266835 h 1578262"/>
              <a:gd name="connsiteX10" fmla="*/ 5698434 w 5698434"/>
              <a:gd name="connsiteY10" fmla="*/ 1306592 h 1578262"/>
              <a:gd name="connsiteX0" fmla="*/ 0 w 5698434"/>
              <a:gd name="connsiteY0" fmla="*/ 1372852 h 1578262"/>
              <a:gd name="connsiteX1" fmla="*/ 278296 w 5698434"/>
              <a:gd name="connsiteY1" fmla="*/ 1252 h 1578262"/>
              <a:gd name="connsiteX2" fmla="*/ 655982 w 5698434"/>
              <a:gd name="connsiteY2" fmla="*/ 1578262 h 1578262"/>
              <a:gd name="connsiteX3" fmla="*/ 1119809 w 5698434"/>
              <a:gd name="connsiteY3" fmla="*/ 1253 h 1578262"/>
              <a:gd name="connsiteX4" fmla="*/ 1590261 w 5698434"/>
              <a:gd name="connsiteY4" fmla="*/ 1538505 h 1578262"/>
              <a:gd name="connsiteX5" fmla="*/ 1934818 w 5698434"/>
              <a:gd name="connsiteY5" fmla="*/ 1252 h 1578262"/>
              <a:gd name="connsiteX6" fmla="*/ 2716696 w 5698434"/>
              <a:gd name="connsiteY6" fmla="*/ 1280088 h 1578262"/>
              <a:gd name="connsiteX7" fmla="*/ 3684105 w 5698434"/>
              <a:gd name="connsiteY7" fmla="*/ 1266835 h 1578262"/>
              <a:gd name="connsiteX8" fmla="*/ 4499113 w 5698434"/>
              <a:gd name="connsiteY8" fmla="*/ 1313218 h 1578262"/>
              <a:gd name="connsiteX9" fmla="*/ 5108714 w 5698434"/>
              <a:gd name="connsiteY9" fmla="*/ 1266835 h 1578262"/>
              <a:gd name="connsiteX10" fmla="*/ 5698434 w 5698434"/>
              <a:gd name="connsiteY10" fmla="*/ 1306592 h 1578262"/>
              <a:gd name="connsiteX0" fmla="*/ 0 w 5698434"/>
              <a:gd name="connsiteY0" fmla="*/ 1372852 h 1578262"/>
              <a:gd name="connsiteX1" fmla="*/ 278296 w 5698434"/>
              <a:gd name="connsiteY1" fmla="*/ 1252 h 1578262"/>
              <a:gd name="connsiteX2" fmla="*/ 655982 w 5698434"/>
              <a:gd name="connsiteY2" fmla="*/ 1578262 h 1578262"/>
              <a:gd name="connsiteX3" fmla="*/ 1119809 w 5698434"/>
              <a:gd name="connsiteY3" fmla="*/ 1253 h 1578262"/>
              <a:gd name="connsiteX4" fmla="*/ 1590261 w 5698434"/>
              <a:gd name="connsiteY4" fmla="*/ 1538505 h 1578262"/>
              <a:gd name="connsiteX5" fmla="*/ 1934818 w 5698434"/>
              <a:gd name="connsiteY5" fmla="*/ 1252 h 1578262"/>
              <a:gd name="connsiteX6" fmla="*/ 2716696 w 5698434"/>
              <a:gd name="connsiteY6" fmla="*/ 1280088 h 1578262"/>
              <a:gd name="connsiteX7" fmla="*/ 3684105 w 5698434"/>
              <a:gd name="connsiteY7" fmla="*/ 1266835 h 1578262"/>
              <a:gd name="connsiteX8" fmla="*/ 4499113 w 5698434"/>
              <a:gd name="connsiteY8" fmla="*/ 1313218 h 1578262"/>
              <a:gd name="connsiteX9" fmla="*/ 5108714 w 5698434"/>
              <a:gd name="connsiteY9" fmla="*/ 1266835 h 1578262"/>
              <a:gd name="connsiteX10" fmla="*/ 5698434 w 5698434"/>
              <a:gd name="connsiteY10" fmla="*/ 1306592 h 1578262"/>
              <a:gd name="connsiteX0" fmla="*/ 0 w 5698434"/>
              <a:gd name="connsiteY0" fmla="*/ 1372852 h 1578262"/>
              <a:gd name="connsiteX1" fmla="*/ 278296 w 5698434"/>
              <a:gd name="connsiteY1" fmla="*/ 1252 h 1578262"/>
              <a:gd name="connsiteX2" fmla="*/ 655982 w 5698434"/>
              <a:gd name="connsiteY2" fmla="*/ 1578262 h 1578262"/>
              <a:gd name="connsiteX3" fmla="*/ 1119809 w 5698434"/>
              <a:gd name="connsiteY3" fmla="*/ 1253 h 1578262"/>
              <a:gd name="connsiteX4" fmla="*/ 1590261 w 5698434"/>
              <a:gd name="connsiteY4" fmla="*/ 1538505 h 1578262"/>
              <a:gd name="connsiteX5" fmla="*/ 1934818 w 5698434"/>
              <a:gd name="connsiteY5" fmla="*/ 1252 h 1578262"/>
              <a:gd name="connsiteX6" fmla="*/ 2911429 w 5698434"/>
              <a:gd name="connsiteY6" fmla="*/ 1309721 h 1578262"/>
              <a:gd name="connsiteX7" fmla="*/ 3684105 w 5698434"/>
              <a:gd name="connsiteY7" fmla="*/ 1266835 h 1578262"/>
              <a:gd name="connsiteX8" fmla="*/ 4499113 w 5698434"/>
              <a:gd name="connsiteY8" fmla="*/ 1313218 h 1578262"/>
              <a:gd name="connsiteX9" fmla="*/ 5108714 w 5698434"/>
              <a:gd name="connsiteY9" fmla="*/ 1266835 h 1578262"/>
              <a:gd name="connsiteX10" fmla="*/ 5698434 w 5698434"/>
              <a:gd name="connsiteY10" fmla="*/ 1306592 h 1578262"/>
              <a:gd name="connsiteX0" fmla="*/ 0 w 5698434"/>
              <a:gd name="connsiteY0" fmla="*/ 1372852 h 1578262"/>
              <a:gd name="connsiteX1" fmla="*/ 278296 w 5698434"/>
              <a:gd name="connsiteY1" fmla="*/ 1252 h 1578262"/>
              <a:gd name="connsiteX2" fmla="*/ 655982 w 5698434"/>
              <a:gd name="connsiteY2" fmla="*/ 1578262 h 1578262"/>
              <a:gd name="connsiteX3" fmla="*/ 1119809 w 5698434"/>
              <a:gd name="connsiteY3" fmla="*/ 1253 h 1578262"/>
              <a:gd name="connsiteX4" fmla="*/ 1590261 w 5698434"/>
              <a:gd name="connsiteY4" fmla="*/ 1538505 h 1578262"/>
              <a:gd name="connsiteX5" fmla="*/ 1934818 w 5698434"/>
              <a:gd name="connsiteY5" fmla="*/ 1252 h 1578262"/>
              <a:gd name="connsiteX6" fmla="*/ 2911429 w 5698434"/>
              <a:gd name="connsiteY6" fmla="*/ 1309721 h 1578262"/>
              <a:gd name="connsiteX7" fmla="*/ 3684105 w 5698434"/>
              <a:gd name="connsiteY7" fmla="*/ 1266835 h 1578262"/>
              <a:gd name="connsiteX8" fmla="*/ 4499113 w 5698434"/>
              <a:gd name="connsiteY8" fmla="*/ 1313218 h 1578262"/>
              <a:gd name="connsiteX9" fmla="*/ 5108714 w 5698434"/>
              <a:gd name="connsiteY9" fmla="*/ 1266835 h 1578262"/>
              <a:gd name="connsiteX10" fmla="*/ 5698434 w 5698434"/>
              <a:gd name="connsiteY10" fmla="*/ 1306592 h 1578262"/>
              <a:gd name="connsiteX0" fmla="*/ 0 w 5698434"/>
              <a:gd name="connsiteY0" fmla="*/ 1372852 h 1578262"/>
              <a:gd name="connsiteX1" fmla="*/ 278296 w 5698434"/>
              <a:gd name="connsiteY1" fmla="*/ 1252 h 1578262"/>
              <a:gd name="connsiteX2" fmla="*/ 655982 w 5698434"/>
              <a:gd name="connsiteY2" fmla="*/ 1578262 h 1578262"/>
              <a:gd name="connsiteX3" fmla="*/ 1119809 w 5698434"/>
              <a:gd name="connsiteY3" fmla="*/ 1253 h 1578262"/>
              <a:gd name="connsiteX4" fmla="*/ 1590261 w 5698434"/>
              <a:gd name="connsiteY4" fmla="*/ 1538505 h 1578262"/>
              <a:gd name="connsiteX5" fmla="*/ 1934818 w 5698434"/>
              <a:gd name="connsiteY5" fmla="*/ 1252 h 1578262"/>
              <a:gd name="connsiteX6" fmla="*/ 2911429 w 5698434"/>
              <a:gd name="connsiteY6" fmla="*/ 1309721 h 1578262"/>
              <a:gd name="connsiteX7" fmla="*/ 3684105 w 5698434"/>
              <a:gd name="connsiteY7" fmla="*/ 1266835 h 1578262"/>
              <a:gd name="connsiteX8" fmla="*/ 4499113 w 5698434"/>
              <a:gd name="connsiteY8" fmla="*/ 1313218 h 1578262"/>
              <a:gd name="connsiteX9" fmla="*/ 5108714 w 5698434"/>
              <a:gd name="connsiteY9" fmla="*/ 1266835 h 1578262"/>
              <a:gd name="connsiteX10" fmla="*/ 5698434 w 5698434"/>
              <a:gd name="connsiteY10" fmla="*/ 1306592 h 1578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98434" h="1578262">
                <a:moveTo>
                  <a:pt x="0" y="1372852"/>
                </a:moveTo>
                <a:cubicBezTo>
                  <a:pt x="112644" y="640669"/>
                  <a:pt x="168966" y="-32983"/>
                  <a:pt x="278296" y="1252"/>
                </a:cubicBezTo>
                <a:cubicBezTo>
                  <a:pt x="387626" y="35487"/>
                  <a:pt x="515730" y="1578262"/>
                  <a:pt x="655982" y="1578262"/>
                </a:cubicBezTo>
                <a:cubicBezTo>
                  <a:pt x="796234" y="1578262"/>
                  <a:pt x="964096" y="7879"/>
                  <a:pt x="1119809" y="1253"/>
                </a:cubicBezTo>
                <a:cubicBezTo>
                  <a:pt x="1275522" y="-5373"/>
                  <a:pt x="1454426" y="1538505"/>
                  <a:pt x="1590261" y="1538505"/>
                </a:cubicBezTo>
                <a:cubicBezTo>
                  <a:pt x="1726096" y="1538505"/>
                  <a:pt x="1681922" y="66408"/>
                  <a:pt x="1934818" y="1252"/>
                </a:cubicBezTo>
                <a:cubicBezTo>
                  <a:pt x="1942549" y="307156"/>
                  <a:pt x="2378581" y="1259658"/>
                  <a:pt x="2911429" y="1309721"/>
                </a:cubicBezTo>
                <a:cubicBezTo>
                  <a:pt x="3166902" y="1326101"/>
                  <a:pt x="3419491" y="1266252"/>
                  <a:pt x="3684105" y="1266835"/>
                </a:cubicBezTo>
                <a:cubicBezTo>
                  <a:pt x="3948719" y="1267418"/>
                  <a:pt x="4261678" y="1313218"/>
                  <a:pt x="4499113" y="1313218"/>
                </a:cubicBezTo>
                <a:cubicBezTo>
                  <a:pt x="4736548" y="1313218"/>
                  <a:pt x="4908827" y="1267939"/>
                  <a:pt x="5108714" y="1266835"/>
                </a:cubicBezTo>
                <a:cubicBezTo>
                  <a:pt x="5308601" y="1265731"/>
                  <a:pt x="5514008" y="1314322"/>
                  <a:pt x="5698434" y="1306592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649F02C-A64C-2310-2C9D-F96EDDB76103}"/>
              </a:ext>
            </a:extLst>
          </p:cNvPr>
          <p:cNvCxnSpPr/>
          <p:nvPr/>
        </p:nvCxnSpPr>
        <p:spPr>
          <a:xfrm>
            <a:off x="8112224" y="1475928"/>
            <a:ext cx="0" cy="356439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A81DFCC-E220-CE02-9EE7-4EA048FDB52D}"/>
              </a:ext>
            </a:extLst>
          </p:cNvPr>
          <p:cNvCxnSpPr/>
          <p:nvPr/>
        </p:nvCxnSpPr>
        <p:spPr>
          <a:xfrm>
            <a:off x="9084332" y="1475928"/>
            <a:ext cx="0" cy="356439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889E55F-C4C0-31D1-AA6F-4373C3C64165}"/>
              </a:ext>
            </a:extLst>
          </p:cNvPr>
          <p:cNvCxnSpPr>
            <a:cxnSpLocks/>
          </p:cNvCxnSpPr>
          <p:nvPr/>
        </p:nvCxnSpPr>
        <p:spPr>
          <a:xfrm>
            <a:off x="6240016" y="2528900"/>
            <a:ext cx="4860540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AF6B2B2-5D15-AA67-8D77-97FC8C218459}"/>
              </a:ext>
            </a:extLst>
          </p:cNvPr>
          <p:cNvSpPr txBox="1"/>
          <p:nvPr/>
        </p:nvSpPr>
        <p:spPr>
          <a:xfrm>
            <a:off x="6544655" y="1664803"/>
            <a:ext cx="11909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区  </a:t>
            </a:r>
            <a:r>
              <a:rPr lang="en-US" altLang="zh-CN" sz="105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&lt;0</a:t>
            </a:r>
          </a:p>
          <a:p>
            <a:pPr algn="ctr"/>
            <a:r>
              <a:rPr lang="zh-CN" altLang="en-US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入射 </a:t>
            </a:r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zh-CN" altLang="en-US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EAB505-F122-4561-6ACE-9BCAE2A5A704}"/>
              </a:ext>
            </a:extLst>
          </p:cNvPr>
          <p:cNvSpPr txBox="1"/>
          <p:nvPr/>
        </p:nvSpPr>
        <p:spPr>
          <a:xfrm>
            <a:off x="5950381" y="2312876"/>
            <a:ext cx="11909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粒子能量</a:t>
            </a:r>
            <a:r>
              <a:rPr lang="en-US" altLang="zh-CN" sz="105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105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05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EFE0D5-C52D-46B4-FCA7-477431D88530}"/>
              </a:ext>
            </a:extLst>
          </p:cNvPr>
          <p:cNvSpPr txBox="1"/>
          <p:nvPr/>
        </p:nvSpPr>
        <p:spPr>
          <a:xfrm>
            <a:off x="8041576" y="1668676"/>
            <a:ext cx="119092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en-US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区  </a:t>
            </a:r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0&lt;</a:t>
            </a:r>
            <a:r>
              <a:rPr lang="en-US" altLang="zh-CN" sz="1050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05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sz="1050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en-US" altLang="zh-CN" sz="105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指数衰减</a:t>
            </a:r>
            <a:endParaRPr lang="en-US" altLang="zh-CN" sz="105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758A8DD-205D-0B5B-9427-6E9FB7787763}"/>
              </a:ext>
            </a:extLst>
          </p:cNvPr>
          <p:cNvSpPr txBox="1"/>
          <p:nvPr/>
        </p:nvSpPr>
        <p:spPr>
          <a:xfrm>
            <a:off x="9390330" y="1661704"/>
            <a:ext cx="11909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r>
              <a:rPr lang="zh-CN" altLang="en-US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区  </a:t>
            </a:r>
            <a:r>
              <a:rPr lang="en-US" altLang="zh-CN" sz="105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x&gt;a</a:t>
            </a:r>
          </a:p>
          <a:p>
            <a:pPr algn="ctr"/>
            <a:r>
              <a:rPr lang="zh-CN" altLang="en-US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微弱透射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A0577B-A80E-8ECA-304C-4ECE5CB7C914}"/>
              </a:ext>
            </a:extLst>
          </p:cNvPr>
          <p:cNvSpPr txBox="1"/>
          <p:nvPr/>
        </p:nvSpPr>
        <p:spPr>
          <a:xfrm>
            <a:off x="7644172" y="3753036"/>
            <a:ext cx="11909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26BFB9-D218-3152-0770-3F68498D0C9D}"/>
              </a:ext>
            </a:extLst>
          </p:cNvPr>
          <p:cNvSpPr txBox="1"/>
          <p:nvPr/>
        </p:nvSpPr>
        <p:spPr>
          <a:xfrm>
            <a:off x="8616280" y="3753036"/>
            <a:ext cx="11909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x=a</a:t>
            </a:r>
            <a:endParaRPr lang="en-US" altLang="zh-CN" sz="105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67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AB7234F-BF0E-AEA9-DC52-896F3167E1B8}"/>
                  </a:ext>
                </a:extLst>
              </p:cNvPr>
              <p:cNvSpPr txBox="1"/>
              <p:nvPr/>
            </p:nvSpPr>
            <p:spPr>
              <a:xfrm>
                <a:off x="2639616" y="1736812"/>
                <a:ext cx="6912768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波函数</a:t>
                </a:r>
                <a:r>
                  <a:rPr lang="en-US" altLang="zh-CN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Ψ</a:t>
                </a:r>
                <a:r>
                  <a:rPr lang="en-US" altLang="zh-CN" sz="1800" dirty="0">
                    <a:solidFill>
                      <a:schemeClr val="bg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或定态下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US" altLang="zh-CN" sz="1800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800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是描述粒子量子态的核心数学工具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AB7234F-BF0E-AEA9-DC52-896F3167E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1736812"/>
                <a:ext cx="6912768" cy="369460"/>
              </a:xfrm>
              <a:prstGeom prst="rect">
                <a:avLst/>
              </a:prstGeom>
              <a:blipFill>
                <a:blip r:embed="rId2"/>
                <a:stretch>
                  <a:fillRect l="-705" t="-14754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35D3361-3AD9-89CB-554A-43765F904505}"/>
                  </a:ext>
                </a:extLst>
              </p:cNvPr>
              <p:cNvSpPr txBox="1"/>
              <p:nvPr/>
            </p:nvSpPr>
            <p:spPr>
              <a:xfrm>
                <a:off x="2639616" y="3140968"/>
                <a:ext cx="6912768" cy="378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复值函数：以复数为值域的函数，形如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US" altLang="zh-CN" sz="1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a:rPr lang="en-US" altLang="zh-CN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𝑘𝑥</m:t>
                        </m:r>
                      </m:sup>
                    </m:sSup>
                    <m:r>
                      <a:rPr lang="en-US" altLang="zh-CN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US" altLang="zh-CN" sz="1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1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a:rPr lang="en-US" altLang="zh-CN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𝑘𝑥</m:t>
                        </m:r>
                      </m:sup>
                    </m:sSup>
                  </m:oMath>
                </a14:m>
                <a:endParaRPr lang="zh-CN" altLang="en-US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35D3361-3AD9-89CB-554A-43765F904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3140968"/>
                <a:ext cx="6912768" cy="378245"/>
              </a:xfrm>
              <a:prstGeom prst="rect">
                <a:avLst/>
              </a:prstGeom>
              <a:blipFill>
                <a:blip r:embed="rId3"/>
                <a:stretch>
                  <a:fillRect l="-705" t="-9677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100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0A66-8963-DF2E-D383-7696067C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C938A005-7859-6459-CA52-0D561BB26EB7}"/>
              </a:ext>
            </a:extLst>
          </p:cNvPr>
          <p:cNvSpPr/>
          <p:nvPr/>
        </p:nvSpPr>
        <p:spPr>
          <a:xfrm rot="5400000">
            <a:off x="-3134646" y="3073963"/>
            <a:ext cx="6850001" cy="70207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3E70730-A49A-D64D-6EA8-6CBB7F38F20F}"/>
              </a:ext>
            </a:extLst>
          </p:cNvPr>
          <p:cNvSpPr/>
          <p:nvPr/>
        </p:nvSpPr>
        <p:spPr>
          <a:xfrm>
            <a:off x="0" y="-63388"/>
            <a:ext cx="12192000" cy="827996"/>
          </a:xfrm>
          <a:prstGeom prst="rect">
            <a:avLst/>
          </a:prstGeom>
          <a:solidFill>
            <a:srgbClr val="1C1C1C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8B830BA-F1C1-B436-2F9D-C7FADB66703D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0CD3965-A4DA-8CCD-95DB-271D13F897A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E7E1F67-CCA7-7E01-DFA5-8FF00AA19D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ECC33ADF-D842-7217-BB62-73B936E47FD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F58ECA4-DCF3-D46C-B947-69919889050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FC07294-390B-F7C2-CF7D-ABD22232BA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136CF66-9933-E7FF-8BE8-DEF2503ABE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CC853B4-8A07-7B3B-A76E-85394348F207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5515B2D-8B2C-F8C7-1276-7DEED238EE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A78E4D6-88EC-D338-08E7-070F4992978A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0BBD808-E677-7136-A00E-8734E96BD6DD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B812064-961A-09ED-ED4B-97571355F3BE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96A8EC9-4258-33DA-5F99-73538410735A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8983708-00EA-1F38-A0F1-795B2785191D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AEF225F-6C57-CF71-5A3D-A517720D9C29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5233D8E-BD74-E29D-5EB7-230801D1DF28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EF7047E-3245-4E7C-C19C-68DE26D5BD65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7E93D246-F748-E927-6098-EAA32BB47C80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DE5814F1-0494-7BEC-3DA0-BBA62D472868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54BCB01-ECCF-9CAD-31C4-2A77359A45C8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EDAF584-A8AE-0329-6FDB-5A08CFF47F74}"/>
              </a:ext>
            </a:extLst>
          </p:cNvPr>
          <p:cNvCxnSpPr/>
          <p:nvPr/>
        </p:nvCxnSpPr>
        <p:spPr>
          <a:xfrm flipV="1">
            <a:off x="4892629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E0E4FF1-BA95-E0E4-6628-C4748B9E4CD6}"/>
              </a:ext>
            </a:extLst>
          </p:cNvPr>
          <p:cNvCxnSpPr>
            <a:cxnSpLocks/>
          </p:cNvCxnSpPr>
          <p:nvPr/>
        </p:nvCxnSpPr>
        <p:spPr>
          <a:xfrm>
            <a:off x="-513633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3080D7D-D81F-4191-571D-82CE7BFF794C}"/>
              </a:ext>
            </a:extLst>
          </p:cNvPr>
          <p:cNvSpPr/>
          <p:nvPr/>
        </p:nvSpPr>
        <p:spPr>
          <a:xfrm>
            <a:off x="4259796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00225F10-3BBB-4AAF-8DC5-72F4D9B48129}"/>
              </a:ext>
            </a:extLst>
          </p:cNvPr>
          <p:cNvSpPr/>
          <p:nvPr/>
        </p:nvSpPr>
        <p:spPr>
          <a:xfrm flipH="1">
            <a:off x="28590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5D40DF-3434-D083-6D84-F504EE4B9CA6}"/>
              </a:ext>
            </a:extLst>
          </p:cNvPr>
          <p:cNvSpPr txBox="1"/>
          <p:nvPr/>
        </p:nvSpPr>
        <p:spPr>
          <a:xfrm>
            <a:off x="4316565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C6F3AC-91CF-1A9E-1E85-CE279C013F9B}"/>
              </a:ext>
            </a:extLst>
          </p:cNvPr>
          <p:cNvSpPr txBox="1"/>
          <p:nvPr/>
        </p:nvSpPr>
        <p:spPr>
          <a:xfrm>
            <a:off x="5000642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BCEF4E-5115-50BC-0E16-D5374C472DF9}"/>
              </a:ext>
            </a:extLst>
          </p:cNvPr>
          <p:cNvSpPr txBox="1"/>
          <p:nvPr/>
        </p:nvSpPr>
        <p:spPr>
          <a:xfrm>
            <a:off x="5989500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B59FD66-8348-8538-6266-5CAB08744890}"/>
              </a:ext>
            </a:extLst>
          </p:cNvPr>
          <p:cNvCxnSpPr>
            <a:cxnSpLocks/>
          </p:cNvCxnSpPr>
          <p:nvPr/>
        </p:nvCxnSpPr>
        <p:spPr>
          <a:xfrm>
            <a:off x="-578979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86EDF3D-4A71-47A5-3057-135799AADDAB}"/>
              </a:ext>
            </a:extLst>
          </p:cNvPr>
          <p:cNvCxnSpPr>
            <a:cxnSpLocks/>
          </p:cNvCxnSpPr>
          <p:nvPr/>
        </p:nvCxnSpPr>
        <p:spPr>
          <a:xfrm>
            <a:off x="4246203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CBDEC6D-C776-44FA-42B0-DA3B78A0E03A}"/>
              </a:ext>
            </a:extLst>
          </p:cNvPr>
          <p:cNvSpPr/>
          <p:nvPr/>
        </p:nvSpPr>
        <p:spPr>
          <a:xfrm>
            <a:off x="4909682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17D22B4-BD0A-7102-1952-320E40AF48B2}"/>
              </a:ext>
            </a:extLst>
          </p:cNvPr>
          <p:cNvCxnSpPr>
            <a:cxnSpLocks/>
          </p:cNvCxnSpPr>
          <p:nvPr/>
        </p:nvCxnSpPr>
        <p:spPr>
          <a:xfrm>
            <a:off x="4906223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F43C8EF-7C64-5A16-C7DF-CC3CE256BAAB}"/>
              </a:ext>
            </a:extLst>
          </p:cNvPr>
          <p:cNvCxnSpPr>
            <a:cxnSpLocks/>
          </p:cNvCxnSpPr>
          <p:nvPr/>
        </p:nvCxnSpPr>
        <p:spPr>
          <a:xfrm>
            <a:off x="4892629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7C32B8D-EE94-8B15-C73C-874057035154}"/>
              </a:ext>
            </a:extLst>
          </p:cNvPr>
          <p:cNvCxnSpPr>
            <a:cxnSpLocks/>
          </p:cNvCxnSpPr>
          <p:nvPr/>
        </p:nvCxnSpPr>
        <p:spPr>
          <a:xfrm>
            <a:off x="5792729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062BAF7-D039-5C9E-995E-ACD7E300F80E}"/>
                  </a:ext>
                </a:extLst>
              </p:cNvPr>
              <p:cNvSpPr txBox="1"/>
              <p:nvPr/>
            </p:nvSpPr>
            <p:spPr>
              <a:xfrm>
                <a:off x="4984661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8558C33-183F-25C8-30F7-0AD1FD87D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661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A0A492FB-E5D4-0E85-9B4F-00720A6E1885}"/>
              </a:ext>
            </a:extLst>
          </p:cNvPr>
          <p:cNvSpPr txBox="1"/>
          <p:nvPr/>
        </p:nvSpPr>
        <p:spPr>
          <a:xfrm>
            <a:off x="4971434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47E364A-BD95-47A1-FE79-57A8B36A01E5}"/>
              </a:ext>
            </a:extLst>
          </p:cNvPr>
          <p:cNvSpPr txBox="1"/>
          <p:nvPr/>
        </p:nvSpPr>
        <p:spPr>
          <a:xfrm>
            <a:off x="4943872" y="68327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CFA24C0-1EDC-DC12-E18C-87005F963CCB}"/>
                  </a:ext>
                </a:extLst>
              </p:cNvPr>
              <p:cNvSpPr txBox="1"/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7D57F96-DF30-F218-8246-23AA6D6EB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blipFill>
                <a:blip r:embed="rId3"/>
                <a:stretch>
                  <a:fillRect l="-5556" t="-2174" r="-463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2BD6562-0EB3-1236-C9F2-46A4DD0FDE7B}"/>
                  </a:ext>
                </a:extLst>
              </p:cNvPr>
              <p:cNvSpPr txBox="1"/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055CEAB-1808-9973-4BCE-453B34E55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3AA5C80F-C5BE-707B-67F4-A799FF6884C8}"/>
              </a:ext>
            </a:extLst>
          </p:cNvPr>
          <p:cNvSpPr>
            <a:spLocks noChangeAspect="1"/>
          </p:cNvSpPr>
          <p:nvPr/>
        </p:nvSpPr>
        <p:spPr>
          <a:xfrm>
            <a:off x="3693998" y="2767617"/>
            <a:ext cx="1201408" cy="39454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D103DFB-37EF-F8F1-5FCE-3EBB09217E22}"/>
              </a:ext>
            </a:extLst>
          </p:cNvPr>
          <p:cNvSpPr txBox="1"/>
          <p:nvPr/>
        </p:nvSpPr>
        <p:spPr>
          <a:xfrm>
            <a:off x="964643" y="18819"/>
            <a:ext cx="1095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A	B	C	D	E	F	G	H	I	J	K	L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1089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25000" decel="2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05795 -0.0016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55042-9946-0C4D-44FA-A7C21D6C6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CB63CF2-9A36-0BF2-FBFC-897825E6ECE2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9412214-26D3-63CC-E25C-B0F174E8B69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056813B-F991-B8FE-5C97-B6CC6DA4CB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BABA4BEE-4342-A6BD-EB55-1C066D1B4AD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8107B8E-4251-D65C-B1F6-FFBCC9F59D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A72BD92-1F7C-EAF1-5700-A1EBAED5E61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9D29C93-BBEA-FDC7-8D44-5AC99E29D4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860ECB3-9FFD-CF7A-3F56-3C10E645D9B8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C73E978-EE18-BA75-B162-A36DDE82B74D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9FE81B2-495E-212F-8313-8DC25640E077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AE23F44-5022-0B2D-23D8-58801D189824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60E010E-8E99-1562-275D-6D9533C452AC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F6EAC13-8C97-634E-2FC2-30C9CA5FB261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BC0739C-D389-876E-DD99-D8AA75A16E30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678FC4-D263-7F37-A89D-213DD0B6EF96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7385C24-10BA-919D-B335-EBB10D57CDF7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03B70E57-4443-E371-A6F3-A1A033570ABF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FFCD9B2-12AD-3FEC-5597-6C8A5B343C4A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6C7C3882-886B-9574-4064-6BB5ADD34035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55FF63D3-2432-2EEA-2235-C2EA23944796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21E43AB-61C7-27E2-8399-73D51F4138DA}"/>
              </a:ext>
            </a:extLst>
          </p:cNvPr>
          <p:cNvCxnSpPr/>
          <p:nvPr/>
        </p:nvCxnSpPr>
        <p:spPr>
          <a:xfrm flipV="1">
            <a:off x="4892629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287DBF7-3153-55D0-DD1B-C94F646F9CD5}"/>
              </a:ext>
            </a:extLst>
          </p:cNvPr>
          <p:cNvCxnSpPr>
            <a:cxnSpLocks/>
          </p:cNvCxnSpPr>
          <p:nvPr/>
        </p:nvCxnSpPr>
        <p:spPr>
          <a:xfrm>
            <a:off x="-513633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9EFC8CE9-1D97-869E-C4CC-6982529EE07A}"/>
              </a:ext>
            </a:extLst>
          </p:cNvPr>
          <p:cNvSpPr/>
          <p:nvPr/>
        </p:nvSpPr>
        <p:spPr>
          <a:xfrm>
            <a:off x="4259796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81B7083A-02A9-6E0A-E5B3-59054369A102}"/>
              </a:ext>
            </a:extLst>
          </p:cNvPr>
          <p:cNvSpPr/>
          <p:nvPr/>
        </p:nvSpPr>
        <p:spPr>
          <a:xfrm flipH="1">
            <a:off x="28590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997FED-8CD1-E086-50A6-3DFC5CB21BCD}"/>
              </a:ext>
            </a:extLst>
          </p:cNvPr>
          <p:cNvSpPr txBox="1"/>
          <p:nvPr/>
        </p:nvSpPr>
        <p:spPr>
          <a:xfrm>
            <a:off x="4316565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419E74-35C2-4454-30E6-9A3E594A0BD4}"/>
              </a:ext>
            </a:extLst>
          </p:cNvPr>
          <p:cNvSpPr txBox="1"/>
          <p:nvPr/>
        </p:nvSpPr>
        <p:spPr>
          <a:xfrm>
            <a:off x="5000642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08BCE4E-4478-656D-BA05-ACA847FF4FFC}"/>
              </a:ext>
            </a:extLst>
          </p:cNvPr>
          <p:cNvSpPr txBox="1"/>
          <p:nvPr/>
        </p:nvSpPr>
        <p:spPr>
          <a:xfrm>
            <a:off x="5989500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D4CFD22-DF12-8EFB-F493-E6FC1913AEE9}"/>
              </a:ext>
            </a:extLst>
          </p:cNvPr>
          <p:cNvCxnSpPr>
            <a:cxnSpLocks/>
          </p:cNvCxnSpPr>
          <p:nvPr/>
        </p:nvCxnSpPr>
        <p:spPr>
          <a:xfrm>
            <a:off x="-578979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EB461E2-93F4-1CFB-9B3D-ED113A725F0D}"/>
              </a:ext>
            </a:extLst>
          </p:cNvPr>
          <p:cNvSpPr/>
          <p:nvPr/>
        </p:nvSpPr>
        <p:spPr>
          <a:xfrm>
            <a:off x="4909682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0442AED-AABB-6311-3C67-045A8567F3D6}"/>
              </a:ext>
            </a:extLst>
          </p:cNvPr>
          <p:cNvCxnSpPr>
            <a:cxnSpLocks/>
          </p:cNvCxnSpPr>
          <p:nvPr/>
        </p:nvCxnSpPr>
        <p:spPr>
          <a:xfrm>
            <a:off x="4906223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CF183EB-0390-4371-5FB6-72C5655242CD}"/>
              </a:ext>
            </a:extLst>
          </p:cNvPr>
          <p:cNvCxnSpPr>
            <a:cxnSpLocks/>
          </p:cNvCxnSpPr>
          <p:nvPr/>
        </p:nvCxnSpPr>
        <p:spPr>
          <a:xfrm>
            <a:off x="4892629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E782692-1763-C4FB-DDA5-8DF68CDCCDD0}"/>
              </a:ext>
            </a:extLst>
          </p:cNvPr>
          <p:cNvCxnSpPr>
            <a:cxnSpLocks/>
          </p:cNvCxnSpPr>
          <p:nvPr/>
        </p:nvCxnSpPr>
        <p:spPr>
          <a:xfrm>
            <a:off x="5792729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EA655A8-53F1-B23B-F6A9-271B493EDFCE}"/>
                  </a:ext>
                </a:extLst>
              </p:cNvPr>
              <p:cNvSpPr txBox="1"/>
              <p:nvPr/>
            </p:nvSpPr>
            <p:spPr>
              <a:xfrm>
                <a:off x="4984661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0BDF6E2-8EF9-796D-B7CA-A1618D026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661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4CE9A542-DFF3-3DE7-8B62-D26E524CE554}"/>
              </a:ext>
            </a:extLst>
          </p:cNvPr>
          <p:cNvSpPr txBox="1"/>
          <p:nvPr/>
        </p:nvSpPr>
        <p:spPr>
          <a:xfrm>
            <a:off x="4971434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CD50EC9-8E12-49B2-9ECE-16502DF27D59}"/>
              </a:ext>
            </a:extLst>
          </p:cNvPr>
          <p:cNvSpPr txBox="1"/>
          <p:nvPr/>
        </p:nvSpPr>
        <p:spPr>
          <a:xfrm>
            <a:off x="4943872" y="68327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BC94152A-35EC-E8F6-E7F9-5F9FC3D0A002}"/>
                  </a:ext>
                </a:extLst>
              </p:cNvPr>
              <p:cNvSpPr txBox="1"/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0B8AF9A-734F-153E-5107-0EC2D724D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blipFill>
                <a:blip r:embed="rId3"/>
                <a:stretch>
                  <a:fillRect l="-5556" t="-2174" r="-463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B9AEB6-8B25-7939-92E6-3D98C2641CDB}"/>
                  </a:ext>
                </a:extLst>
              </p:cNvPr>
              <p:cNvSpPr txBox="1"/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01E8C46-8080-3025-114B-893BDBE73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4529B9AF-9657-1698-3D5A-7342FA6B2A0C}"/>
              </a:ext>
            </a:extLst>
          </p:cNvPr>
          <p:cNvSpPr>
            <a:spLocks noChangeAspect="1"/>
          </p:cNvSpPr>
          <p:nvPr/>
        </p:nvSpPr>
        <p:spPr>
          <a:xfrm>
            <a:off x="4055388" y="2893662"/>
            <a:ext cx="1201408" cy="126265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0D4C883-74F4-6FA6-204E-7C3E520C9A45}"/>
              </a:ext>
            </a:extLst>
          </p:cNvPr>
          <p:cNvCxnSpPr>
            <a:cxnSpLocks/>
          </p:cNvCxnSpPr>
          <p:nvPr/>
        </p:nvCxnSpPr>
        <p:spPr>
          <a:xfrm>
            <a:off x="4246203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08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E473E-6063-8B7D-6D4E-FF3CF215C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8FCC62A-9AF3-496C-5CCA-421BC3B05052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482796C-12E8-F4BB-A4D1-8759916435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C33636E-4482-B979-586D-29AF6040535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8E128F4-3582-B34A-F2DB-C5CC5E5DD51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41BE9BE-D4C8-15FE-1A52-A7849810135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FD9999F-63EE-94D6-C06B-35F068B3037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BEFF873-5FB0-CDA2-9D9D-00267594C73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CBCCF67-7477-B910-9E88-BC94B618684C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2ECE649-9C48-FEEB-EF26-1593DA31AB39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8EA44E7-8300-F327-0A85-0B187E1DE225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B07D3AD-EEA1-EE06-F737-85BE15DB7A21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BC2D941-6242-32BA-E74C-007BF4BB052B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B54F762-ECF8-0335-2854-4A08E85A4D80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CAF8205-FCED-AB39-A86C-DD280CA01C2C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9ECFA8BD-7231-D50C-13DD-526A06BDFB15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782D0FB-2E4C-0A9E-586A-53D13BB93CB5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05DF302-C5DB-AE4E-CE0C-6EDD5E1AE5A5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4D8A9EAD-B079-BBA7-A936-B9AA67E64363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0AB6AFD9-FE37-FFF3-7679-04B14D89BEAF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F612AC9A-2258-A523-3821-D5712E30C610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C181921-ABD8-1381-80F6-F8E2A046DFF3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85F7146-7835-6FCD-29C5-9AAE02A1A9F3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BFECF74D-505D-8783-9010-6A05A702F04C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531A0FE-94C9-7652-A120-3778C808988C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43961B-D9FA-D636-E488-503D82B798DF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5AEAE4-2731-51A7-FCFD-20410F43C35D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A79028-2E34-E532-8CD1-FC7304DCD6AA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B9B7343-0FA6-4167-F57B-931216703581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8DAADA69-1FFD-AB50-3359-47435442CF36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E35C535-6301-24BA-8859-B193D6AA51E5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173288B-7EBF-5524-C1C6-F062B01108A9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4D3F5D3-4F84-FDD5-1F05-D855EA7EDC9F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789180F-5CAD-0A74-A9CB-701A84C62F7D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31C39D1-355A-B0CC-6813-70F2B7F28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CE1D1182-9EFE-64C4-3B29-125E69926AD8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591FB-4585-D12D-5C31-E1B4AD640C4B}"/>
              </a:ext>
            </a:extLst>
          </p:cNvPr>
          <p:cNvSpPr txBox="1"/>
          <p:nvPr/>
        </p:nvSpPr>
        <p:spPr>
          <a:xfrm>
            <a:off x="4936487" y="4956279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035535B-DBFF-7DAF-C345-34C95F433F1B}"/>
                  </a:ext>
                </a:extLst>
              </p:cNvPr>
              <p:cNvSpPr txBox="1"/>
              <p:nvPr/>
            </p:nvSpPr>
            <p:spPr>
              <a:xfrm>
                <a:off x="4115780" y="4966402"/>
                <a:ext cx="8465418" cy="378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03D4407-210C-AC79-14BB-F08D4E74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780" y="4966402"/>
                <a:ext cx="8465418" cy="378309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DFF4F110-8001-9F41-24E6-5B55FBA7D45C}"/>
              </a:ext>
            </a:extLst>
          </p:cNvPr>
          <p:cNvSpPr/>
          <p:nvPr/>
        </p:nvSpPr>
        <p:spPr>
          <a:xfrm>
            <a:off x="8697846" y="4473118"/>
            <a:ext cx="1188129" cy="14401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E3ACB6-E9EE-964A-5B35-703B1D32D437}"/>
              </a:ext>
            </a:extLst>
          </p:cNvPr>
          <p:cNvSpPr txBox="1"/>
          <p:nvPr/>
        </p:nvSpPr>
        <p:spPr>
          <a:xfrm>
            <a:off x="4943872" y="4234551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6AEAF3-CD07-DB5D-F4DE-F29E09332FE6}"/>
              </a:ext>
            </a:extLst>
          </p:cNvPr>
          <p:cNvSpPr txBox="1"/>
          <p:nvPr/>
        </p:nvSpPr>
        <p:spPr>
          <a:xfrm>
            <a:off x="4960836" y="338357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D8C155C-955D-8809-5DDB-CFA726DE6D4A}"/>
                  </a:ext>
                </a:extLst>
              </p:cNvPr>
              <p:cNvSpPr txBox="1"/>
              <p:nvPr/>
            </p:nvSpPr>
            <p:spPr>
              <a:xfrm>
                <a:off x="7032104" y="3118139"/>
                <a:ext cx="4034310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BA81837-2880-0122-B997-A7BDB91A4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04" y="3118139"/>
                <a:ext cx="4034310" cy="1095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ABAC811-286F-E3AB-4CFF-822783D32159}"/>
                  </a:ext>
                </a:extLst>
              </p:cNvPr>
              <p:cNvSpPr txBox="1"/>
              <p:nvPr/>
            </p:nvSpPr>
            <p:spPr>
              <a:xfrm>
                <a:off x="6870939" y="3899084"/>
                <a:ext cx="4769677" cy="911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84FFAC4-B676-90DB-803C-DFC45C70D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939" y="3899084"/>
                <a:ext cx="4769677" cy="911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E881E836-79E8-F939-AF78-78F89622666E}"/>
              </a:ext>
            </a:extLst>
          </p:cNvPr>
          <p:cNvSpPr txBox="1"/>
          <p:nvPr/>
        </p:nvSpPr>
        <p:spPr>
          <a:xfrm>
            <a:off x="5591944" y="1556792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“波函数必须连续，光滑”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D25C9C88-FC09-91B0-55F2-AC2AA81CFB3D}"/>
              </a:ext>
            </a:extLst>
          </p:cNvPr>
          <p:cNvSpPr/>
          <p:nvPr/>
        </p:nvSpPr>
        <p:spPr>
          <a:xfrm>
            <a:off x="7536160" y="1867160"/>
            <a:ext cx="620510" cy="45719"/>
          </a:xfrm>
          <a:custGeom>
            <a:avLst/>
            <a:gdLst>
              <a:gd name="csX0" fmla="*/ 0 w 3888317"/>
              <a:gd name="csY0" fmla="*/ 10584 h 615951"/>
              <a:gd name="csX1" fmla="*/ 351367 w 3888317"/>
              <a:gd name="csY1" fmla="*/ 611717 h 615951"/>
              <a:gd name="csX2" fmla="*/ 711200 w 3888317"/>
              <a:gd name="csY2" fmla="*/ 16934 h 615951"/>
              <a:gd name="csX3" fmla="*/ 1060450 w 3888317"/>
              <a:gd name="csY3" fmla="*/ 613834 h 615951"/>
              <a:gd name="csX4" fmla="*/ 1413934 w 3888317"/>
              <a:gd name="csY4" fmla="*/ 12701 h 615951"/>
              <a:gd name="csX5" fmla="*/ 1767417 w 3888317"/>
              <a:gd name="csY5" fmla="*/ 613834 h 615951"/>
              <a:gd name="csX6" fmla="*/ 2120900 w 3888317"/>
              <a:gd name="csY6" fmla="*/ 16934 h 615951"/>
              <a:gd name="csX7" fmla="*/ 2468034 w 3888317"/>
              <a:gd name="csY7" fmla="*/ 613834 h 615951"/>
              <a:gd name="csX8" fmla="*/ 2825750 w 3888317"/>
              <a:gd name="csY8" fmla="*/ 1 h 615951"/>
              <a:gd name="csX9" fmla="*/ 3177117 w 3888317"/>
              <a:gd name="csY9" fmla="*/ 607484 h 615951"/>
              <a:gd name="csX10" fmla="*/ 3524250 w 3888317"/>
              <a:gd name="csY10" fmla="*/ 4234 h 615951"/>
              <a:gd name="csX11" fmla="*/ 3888317 w 3888317"/>
              <a:gd name="csY11" fmla="*/ 615951 h 615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888317" h="615951">
                <a:moveTo>
                  <a:pt x="0" y="10584"/>
                </a:moveTo>
                <a:cubicBezTo>
                  <a:pt x="116417" y="310621"/>
                  <a:pt x="232834" y="610659"/>
                  <a:pt x="351367" y="611717"/>
                </a:cubicBezTo>
                <a:cubicBezTo>
                  <a:pt x="469900" y="612775"/>
                  <a:pt x="593020" y="16581"/>
                  <a:pt x="711200" y="16934"/>
                </a:cubicBezTo>
                <a:cubicBezTo>
                  <a:pt x="829380" y="17287"/>
                  <a:pt x="943328" y="614540"/>
                  <a:pt x="1060450" y="613834"/>
                </a:cubicBezTo>
                <a:cubicBezTo>
                  <a:pt x="1177572" y="613129"/>
                  <a:pt x="1296106" y="12701"/>
                  <a:pt x="1413934" y="12701"/>
                </a:cubicBezTo>
                <a:cubicBezTo>
                  <a:pt x="1531762" y="12701"/>
                  <a:pt x="1649589" y="613129"/>
                  <a:pt x="1767417" y="613834"/>
                </a:cubicBezTo>
                <a:cubicBezTo>
                  <a:pt x="1885245" y="614540"/>
                  <a:pt x="2004131" y="16934"/>
                  <a:pt x="2120900" y="16934"/>
                </a:cubicBezTo>
                <a:cubicBezTo>
                  <a:pt x="2237669" y="16934"/>
                  <a:pt x="2350559" y="616656"/>
                  <a:pt x="2468034" y="613834"/>
                </a:cubicBezTo>
                <a:cubicBezTo>
                  <a:pt x="2585509" y="611012"/>
                  <a:pt x="2707570" y="1059"/>
                  <a:pt x="2825750" y="1"/>
                </a:cubicBezTo>
                <a:cubicBezTo>
                  <a:pt x="2943930" y="-1057"/>
                  <a:pt x="3060700" y="606779"/>
                  <a:pt x="3177117" y="607484"/>
                </a:cubicBezTo>
                <a:cubicBezTo>
                  <a:pt x="3293534" y="608190"/>
                  <a:pt x="3405717" y="2823"/>
                  <a:pt x="3524250" y="4234"/>
                </a:cubicBezTo>
                <a:cubicBezTo>
                  <a:pt x="3642783" y="5645"/>
                  <a:pt x="3765550" y="310798"/>
                  <a:pt x="3888317" y="615951"/>
                </a:cubicBez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7891FBC-A21E-2F50-AD21-7926E2D62AE2}"/>
              </a:ext>
            </a:extLst>
          </p:cNvPr>
          <p:cNvGrpSpPr/>
          <p:nvPr/>
        </p:nvGrpSpPr>
        <p:grpSpPr>
          <a:xfrm rot="7338131">
            <a:off x="8002314" y="1834275"/>
            <a:ext cx="180020" cy="468052"/>
            <a:chOff x="2783632" y="2456892"/>
            <a:chExt cx="180020" cy="468052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44C6B48-1E46-12D8-B065-F33521215A16}"/>
                </a:ext>
              </a:extLst>
            </p:cNvPr>
            <p:cNvCxnSpPr>
              <a:cxnSpLocks/>
            </p:cNvCxnSpPr>
            <p:nvPr/>
          </p:nvCxnSpPr>
          <p:spPr>
            <a:xfrm>
              <a:off x="2783632" y="2780928"/>
              <a:ext cx="72008" cy="144016"/>
            </a:xfrm>
            <a:prstGeom prst="line">
              <a:avLst/>
            </a:prstGeom>
            <a:ln w="127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3E8AF43-E798-C36F-905C-8252C0FF1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5640" y="2780928"/>
              <a:ext cx="108012" cy="144016"/>
            </a:xfrm>
            <a:prstGeom prst="line">
              <a:avLst/>
            </a:prstGeom>
            <a:ln w="127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5DA1C54B-6CB5-A2D6-8CE3-3B80F8C8D9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5640" y="2456892"/>
              <a:ext cx="36004" cy="468052"/>
            </a:xfrm>
            <a:prstGeom prst="line">
              <a:avLst/>
            </a:prstGeom>
            <a:ln w="127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D171F15D-15CF-FDFF-B997-D3048E017610}"/>
              </a:ext>
            </a:extLst>
          </p:cNvPr>
          <p:cNvSpPr txBox="1"/>
          <p:nvPr/>
        </p:nvSpPr>
        <p:spPr>
          <a:xfrm>
            <a:off x="7716183" y="2159440"/>
            <a:ext cx="111612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导数连续</a:t>
            </a:r>
          </a:p>
        </p:txBody>
      </p:sp>
    </p:spTree>
    <p:extLst>
      <p:ext uri="{BB962C8B-B14F-4D97-AF65-F5344CB8AC3E}">
        <p14:creationId xmlns:p14="http://schemas.microsoft.com/office/powerpoint/2010/main" val="2946721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 animBg="1"/>
      <p:bldP spid="4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4F0E2-882A-41C1-5F91-4709A643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7F06CF3-DB51-DF5E-FE20-746FEF964BC3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AD85411-BD9A-E07D-028F-5906E9D84AF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AA3E7BE-2552-0B06-3208-5968FD4763F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B3E7B08-4E8D-148D-52DA-32F736F2CDE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0F73C36-A8C2-961C-6833-6C4F7766AE9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4B446E1-5D08-5F07-1B55-A84C21F489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FF10E87-65A5-ECA0-6505-0FBB2F4C9BC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EA57B39F-3E0E-3ADA-C4B9-AE5B4F27F59B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387E9FF-4737-BEB4-4EAC-EA76098E7AFA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5FF0A382-4D22-33C7-E99A-39EBAFA71F39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B81A045-01DA-FD8A-7589-731543D73CC2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4B5A76D-86E8-CC56-5431-ED17E2993822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57A3D67-DA86-E1F0-D809-01EEBD172467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24D981C-A1D0-8C60-577B-04D45191F495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E666B9F-2462-11E9-AD2E-8BAF2FFF7B55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B464FD5C-C66D-8932-5F15-ED0DBE1439B2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2847147-AEAF-99D1-C009-F0074CD82561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B1B51BF-7913-3598-26E8-DD5797F2B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54E9FD2-765B-A5D5-A275-F544C728DEA4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5DBF6ADC-AFAD-AAEB-203C-EFA052E62BA1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E0281E9-7B3F-EF9B-0C2D-ABF9174AEFAC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D8459D0-0AFF-3F50-1A95-A675302BC16F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B4DD42D-D738-3D7B-A079-89B1A008D771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BC16887-A0E4-1A74-2E44-F7D0B2EA5889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9AA198-308F-4834-DD60-A926D522E0F6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8D3B41-65C9-7631-1B24-A4A7A1BB6DF1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8C9E07-8008-9F47-4A27-0A885BF29FCC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A148761-AACE-DB91-B6FE-C8FD013AAAB3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5CA5248-32B1-7063-8068-77FADD37ACBE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A035232-0023-A012-DF2D-57FC3C32F79D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F6FAC46-2EED-5564-409B-D81242EB4DEC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CFD130C-7DF3-1735-3DD4-F982F362388C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D185B2A-9642-9865-AA23-69D01F514278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069DD3-4046-D32F-AE95-4A0793CDF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CA116E31-DD3F-1999-8AC0-BC6A5B9E9011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001E188-7CAB-73F6-2CF4-87B63CE23ECE}"/>
              </a:ext>
            </a:extLst>
          </p:cNvPr>
          <p:cNvSpPr txBox="1"/>
          <p:nvPr/>
        </p:nvSpPr>
        <p:spPr>
          <a:xfrm>
            <a:off x="4936487" y="4956279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EABFEAA-71A0-EB92-791C-F5FAE7537B5C}"/>
                  </a:ext>
                </a:extLst>
              </p:cNvPr>
              <p:cNvSpPr txBox="1"/>
              <p:nvPr/>
            </p:nvSpPr>
            <p:spPr>
              <a:xfrm>
                <a:off x="4115780" y="4966402"/>
                <a:ext cx="8465418" cy="378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5C4355-FA19-ADA9-A0E7-1B3A59CF2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780" y="4966402"/>
                <a:ext cx="8465418" cy="378309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6CDA875-E78B-6985-4A24-623573E4F0EC}"/>
              </a:ext>
            </a:extLst>
          </p:cNvPr>
          <p:cNvSpPr/>
          <p:nvPr/>
        </p:nvSpPr>
        <p:spPr>
          <a:xfrm>
            <a:off x="8697846" y="4473118"/>
            <a:ext cx="1188129" cy="14401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760240-9714-2872-05A5-95FA7A57465C}"/>
              </a:ext>
            </a:extLst>
          </p:cNvPr>
          <p:cNvSpPr txBox="1"/>
          <p:nvPr/>
        </p:nvSpPr>
        <p:spPr>
          <a:xfrm>
            <a:off x="4943872" y="2874352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C596E99-7000-B64D-D775-9D655BE81FD7}"/>
              </a:ext>
            </a:extLst>
          </p:cNvPr>
          <p:cNvSpPr txBox="1"/>
          <p:nvPr/>
        </p:nvSpPr>
        <p:spPr>
          <a:xfrm>
            <a:off x="4960836" y="906308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B86DC7B-39F3-0741-43E6-2A93D475A136}"/>
                  </a:ext>
                </a:extLst>
              </p:cNvPr>
              <p:cNvSpPr txBox="1"/>
              <p:nvPr/>
            </p:nvSpPr>
            <p:spPr>
              <a:xfrm>
                <a:off x="7032104" y="640871"/>
                <a:ext cx="4034310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A1C55E8-4732-8557-453E-6832147DF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04" y="640871"/>
                <a:ext cx="4034310" cy="1095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75F4088-3F64-F328-AA38-910786E12CD0}"/>
                  </a:ext>
                </a:extLst>
              </p:cNvPr>
              <p:cNvSpPr txBox="1"/>
              <p:nvPr/>
            </p:nvSpPr>
            <p:spPr>
              <a:xfrm>
                <a:off x="6870939" y="2538885"/>
                <a:ext cx="4769677" cy="911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6A4D1B9-D94A-A976-4441-7964CFC88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939" y="2538885"/>
                <a:ext cx="4769677" cy="911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9F3726A-4E91-06D9-7827-668082229016}"/>
                  </a:ext>
                </a:extLst>
              </p:cNvPr>
              <p:cNvSpPr txBox="1"/>
              <p:nvPr/>
            </p:nvSpPr>
            <p:spPr>
              <a:xfrm>
                <a:off x="7446657" y="1605436"/>
                <a:ext cx="2789803" cy="563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𝑖𝑘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C52AFE4-0034-489D-7BF0-380138B6B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657" y="1605436"/>
                <a:ext cx="2789803" cy="5634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41ED642-4FDB-E381-2140-642D58495EAC}"/>
                  </a:ext>
                </a:extLst>
              </p:cNvPr>
              <p:cNvSpPr txBox="1"/>
              <p:nvPr/>
            </p:nvSpPr>
            <p:spPr>
              <a:xfrm>
                <a:off x="6258871" y="3563596"/>
                <a:ext cx="4769677" cy="369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BF890E8-8F6E-427A-43DF-8E5E8F307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871" y="3563596"/>
                <a:ext cx="4769677" cy="369460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CF7CAF0-2E47-9CE5-2E54-12D286121E89}"/>
                  </a:ext>
                </a:extLst>
              </p:cNvPr>
              <p:cNvSpPr txBox="1"/>
              <p:nvPr/>
            </p:nvSpPr>
            <p:spPr>
              <a:xfrm>
                <a:off x="3899756" y="5449426"/>
                <a:ext cx="8465418" cy="383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𝑖𝑘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5B999D4-B472-4C40-9233-BEB509D5A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756" y="5449426"/>
                <a:ext cx="8465418" cy="383438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818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517D-37CE-EA03-7145-D7F197D76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769C862-EDAA-1659-564F-D1FF4D268F27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A21451D2-981F-2367-99F3-43CF62E71B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1DC3A0D-06C6-F2FA-8357-E4C599A2493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EC02ECA-C9EB-53F7-E838-BE9FB031D6A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E62B0E3-1D94-F46D-3A03-CA6CFF480DB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1FBE58E-2668-AEFD-514A-AE0474863C1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EAF4EB4-0E07-ADD3-B8E5-092ED864A6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0756087-A567-AAF9-9F75-61363E949649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C4931C0-721B-770B-1CC8-AA4F7C0EAB36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6147804-B4EF-4681-6874-CF22A9F262BD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760C9D8-62BB-469D-4C93-5C5143ADB5FC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BE89A78-7077-ECA3-F7EB-7FCA24D279F2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05A2D928-5897-70B6-F0C2-2CD47E759BD0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EF9668-EAD1-0235-5373-FADE258470CC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5C242F83-D890-2DDD-CB7A-6E80464DF442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FB35402-FF39-D1F9-2CE8-A2780CDDD76D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F7942B5-DC9D-EEDD-AF48-121AF244B100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5F2DBB8C-CFDA-0EC0-F21C-841B86FCA78B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3307657-4E2F-7043-08DB-C1CE128F006C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C3FAB48D-9C82-17D0-39CF-55CE01CC5CC0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53FD546-D9CD-D90A-52AD-905543A6E873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6228C42-58CC-CC45-4405-2E8D6F0087F2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63475900-93CB-DECD-2D7C-2B9E3CD64C85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66F53FC-1585-CC76-9BCA-4FAAE24A5278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B8387D-7282-AB29-04B3-F3CC461DB09A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02AEE66-1A33-4E3A-AE9C-696599809D2E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F5C913-77B6-7656-8348-0589F49C848D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3875104-155D-8612-C0EE-743BD375BAA5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87FE638-55AC-5E9C-999D-2D611DFF4DD7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B23A1F1-EE52-1279-EB23-E232DBFD3D9A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0AAFBF9-87DD-817F-DBEB-CC496C85CF0C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9017C6F-D5B9-545F-3C2D-583511AA2713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5AE01FA-CD92-9955-1615-8848D5FDD0CB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E18476-6815-7A2B-2D39-79867A297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592FC6B2-D30E-0A9E-7312-AB0981452C16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8F002B6-EF2C-E4A4-90BB-865D665FCC23}"/>
                  </a:ext>
                </a:extLst>
              </p:cNvPr>
              <p:cNvSpPr txBox="1"/>
              <p:nvPr/>
            </p:nvSpPr>
            <p:spPr>
              <a:xfrm>
                <a:off x="6924092" y="1088740"/>
                <a:ext cx="29707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D8BBB5C-0F54-AB0F-2DE5-494FA0E7A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092" y="1088740"/>
                <a:ext cx="297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CA0D7B6-0157-3D94-93FB-07C8A431CB4C}"/>
                  </a:ext>
                </a:extLst>
              </p:cNvPr>
              <p:cNvSpPr txBox="1"/>
              <p:nvPr/>
            </p:nvSpPr>
            <p:spPr>
              <a:xfrm>
                <a:off x="7068108" y="1520788"/>
                <a:ext cx="26574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𝑖𝑘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EC4A03B-9197-6445-FD64-20E5131FE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108" y="1520788"/>
                <a:ext cx="26574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6E7674C-AB59-BCC1-93F4-3C7253CCF9A5}"/>
                  </a:ext>
                </a:extLst>
              </p:cNvPr>
              <p:cNvSpPr txBox="1"/>
              <p:nvPr/>
            </p:nvSpPr>
            <p:spPr>
              <a:xfrm>
                <a:off x="5951983" y="1970635"/>
                <a:ext cx="4100447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𝑖𝑘𝑎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626503C-8C29-301A-DFF7-0A8BEB300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983" y="1970635"/>
                <a:ext cx="4100447" cy="3782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BB4CBF4-A478-0FA1-F323-FC7923F45829}"/>
                  </a:ext>
                </a:extLst>
              </p:cNvPr>
              <p:cNvSpPr txBox="1"/>
              <p:nvPr/>
            </p:nvSpPr>
            <p:spPr>
              <a:xfrm>
                <a:off x="6096000" y="2438687"/>
                <a:ext cx="3695291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𝜅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p>
                          </m:sSup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𝑖𝑘𝐹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𝑖𝑘𝑎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78000E3-B428-4B50-C852-35D5E9235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38687"/>
                <a:ext cx="3695291" cy="3782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EA00C992-3B0F-8B00-D069-A5631F61F570}"/>
              </a:ext>
            </a:extLst>
          </p:cNvPr>
          <p:cNvSpPr/>
          <p:nvPr/>
        </p:nvSpPr>
        <p:spPr>
          <a:xfrm>
            <a:off x="7614399" y="1088868"/>
            <a:ext cx="353809" cy="369332"/>
          </a:xfrm>
          <a:custGeom>
            <a:avLst/>
            <a:gdLst>
              <a:gd name="csX0" fmla="*/ 622607 w 1191709"/>
              <a:gd name="csY0" fmla="*/ 0 h 1004977"/>
              <a:gd name="csX1" fmla="*/ 368607 w 1191709"/>
              <a:gd name="csY1" fmla="*/ 107950 h 1004977"/>
              <a:gd name="csX2" fmla="*/ 193982 w 1191709"/>
              <a:gd name="csY2" fmla="*/ 314325 h 1004977"/>
              <a:gd name="csX3" fmla="*/ 13007 w 1191709"/>
              <a:gd name="csY3" fmla="*/ 641350 h 1004977"/>
              <a:gd name="csX4" fmla="*/ 57457 w 1191709"/>
              <a:gd name="csY4" fmla="*/ 869950 h 1004977"/>
              <a:gd name="csX5" fmla="*/ 270182 w 1191709"/>
              <a:gd name="csY5" fmla="*/ 987425 h 1004977"/>
              <a:gd name="csX6" fmla="*/ 514657 w 1191709"/>
              <a:gd name="csY6" fmla="*/ 996950 h 1004977"/>
              <a:gd name="csX7" fmla="*/ 797232 w 1191709"/>
              <a:gd name="csY7" fmla="*/ 914400 h 1004977"/>
              <a:gd name="csX8" fmla="*/ 978207 w 1191709"/>
              <a:gd name="csY8" fmla="*/ 774700 h 1004977"/>
              <a:gd name="csX9" fmla="*/ 1152832 w 1191709"/>
              <a:gd name="csY9" fmla="*/ 539750 h 1004977"/>
              <a:gd name="csX10" fmla="*/ 1184582 w 1191709"/>
              <a:gd name="csY10" fmla="*/ 393700 h 1004977"/>
              <a:gd name="csX11" fmla="*/ 1051232 w 1191709"/>
              <a:gd name="csY11" fmla="*/ 225425 h 1004977"/>
              <a:gd name="csX12" fmla="*/ 749607 w 1191709"/>
              <a:gd name="csY12" fmla="*/ 152400 h 1004977"/>
              <a:gd name="csX13" fmla="*/ 533707 w 1191709"/>
              <a:gd name="csY13" fmla="*/ 174625 h 1004977"/>
              <a:gd name="csX14" fmla="*/ 295582 w 1191709"/>
              <a:gd name="csY14" fmla="*/ 247650 h 1004977"/>
              <a:gd name="csX15" fmla="*/ 108257 w 1191709"/>
              <a:gd name="csY15" fmla="*/ 377825 h 1004977"/>
              <a:gd name="csX16" fmla="*/ 307 w 1191709"/>
              <a:gd name="csY16" fmla="*/ 498475 h 1004977"/>
              <a:gd name="csX0" fmla="*/ 368607 w 1191709"/>
              <a:gd name="csY0" fmla="*/ 0 h 897027"/>
              <a:gd name="csX1" fmla="*/ 193982 w 1191709"/>
              <a:gd name="csY1" fmla="*/ 206375 h 897027"/>
              <a:gd name="csX2" fmla="*/ 13007 w 1191709"/>
              <a:gd name="csY2" fmla="*/ 533400 h 897027"/>
              <a:gd name="csX3" fmla="*/ 57457 w 1191709"/>
              <a:gd name="csY3" fmla="*/ 762000 h 897027"/>
              <a:gd name="csX4" fmla="*/ 270182 w 1191709"/>
              <a:gd name="csY4" fmla="*/ 879475 h 897027"/>
              <a:gd name="csX5" fmla="*/ 514657 w 1191709"/>
              <a:gd name="csY5" fmla="*/ 889000 h 897027"/>
              <a:gd name="csX6" fmla="*/ 797232 w 1191709"/>
              <a:gd name="csY6" fmla="*/ 806450 h 897027"/>
              <a:gd name="csX7" fmla="*/ 978207 w 1191709"/>
              <a:gd name="csY7" fmla="*/ 666750 h 897027"/>
              <a:gd name="csX8" fmla="*/ 1152832 w 1191709"/>
              <a:gd name="csY8" fmla="*/ 431800 h 897027"/>
              <a:gd name="csX9" fmla="*/ 1184582 w 1191709"/>
              <a:gd name="csY9" fmla="*/ 285750 h 897027"/>
              <a:gd name="csX10" fmla="*/ 1051232 w 1191709"/>
              <a:gd name="csY10" fmla="*/ 117475 h 897027"/>
              <a:gd name="csX11" fmla="*/ 749607 w 1191709"/>
              <a:gd name="csY11" fmla="*/ 44450 h 897027"/>
              <a:gd name="csX12" fmla="*/ 533707 w 1191709"/>
              <a:gd name="csY12" fmla="*/ 66675 h 897027"/>
              <a:gd name="csX13" fmla="*/ 295582 w 1191709"/>
              <a:gd name="csY13" fmla="*/ 139700 h 897027"/>
              <a:gd name="csX14" fmla="*/ 108257 w 1191709"/>
              <a:gd name="csY14" fmla="*/ 269875 h 897027"/>
              <a:gd name="csX15" fmla="*/ 307 w 1191709"/>
              <a:gd name="csY15" fmla="*/ 390525 h 897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91709" h="897027">
                <a:moveTo>
                  <a:pt x="368607" y="0"/>
                </a:moveTo>
                <a:cubicBezTo>
                  <a:pt x="297170" y="52387"/>
                  <a:pt x="253249" y="117475"/>
                  <a:pt x="193982" y="206375"/>
                </a:cubicBezTo>
                <a:cubicBezTo>
                  <a:pt x="134715" y="295275"/>
                  <a:pt x="35761" y="440796"/>
                  <a:pt x="13007" y="533400"/>
                </a:cubicBezTo>
                <a:cubicBezTo>
                  <a:pt x="-9747" y="626004"/>
                  <a:pt x="14595" y="704321"/>
                  <a:pt x="57457" y="762000"/>
                </a:cubicBezTo>
                <a:cubicBezTo>
                  <a:pt x="100319" y="819679"/>
                  <a:pt x="193982" y="858308"/>
                  <a:pt x="270182" y="879475"/>
                </a:cubicBezTo>
                <a:cubicBezTo>
                  <a:pt x="346382" y="900642"/>
                  <a:pt x="426815" y="901171"/>
                  <a:pt x="514657" y="889000"/>
                </a:cubicBezTo>
                <a:cubicBezTo>
                  <a:pt x="602499" y="876829"/>
                  <a:pt x="719974" y="843492"/>
                  <a:pt x="797232" y="806450"/>
                </a:cubicBezTo>
                <a:cubicBezTo>
                  <a:pt x="874490" y="769408"/>
                  <a:pt x="918940" y="729192"/>
                  <a:pt x="978207" y="666750"/>
                </a:cubicBezTo>
                <a:cubicBezTo>
                  <a:pt x="1037474" y="604308"/>
                  <a:pt x="1118436" y="495300"/>
                  <a:pt x="1152832" y="431800"/>
                </a:cubicBezTo>
                <a:cubicBezTo>
                  <a:pt x="1187228" y="368300"/>
                  <a:pt x="1201515" y="338137"/>
                  <a:pt x="1184582" y="285750"/>
                </a:cubicBezTo>
                <a:cubicBezTo>
                  <a:pt x="1167649" y="233363"/>
                  <a:pt x="1123728" y="157692"/>
                  <a:pt x="1051232" y="117475"/>
                </a:cubicBezTo>
                <a:cubicBezTo>
                  <a:pt x="978736" y="77258"/>
                  <a:pt x="835861" y="52917"/>
                  <a:pt x="749607" y="44450"/>
                </a:cubicBezTo>
                <a:cubicBezTo>
                  <a:pt x="663353" y="35983"/>
                  <a:pt x="609378" y="50800"/>
                  <a:pt x="533707" y="66675"/>
                </a:cubicBezTo>
                <a:cubicBezTo>
                  <a:pt x="458036" y="82550"/>
                  <a:pt x="366490" y="105833"/>
                  <a:pt x="295582" y="139700"/>
                </a:cubicBezTo>
                <a:cubicBezTo>
                  <a:pt x="224674" y="173567"/>
                  <a:pt x="157469" y="228071"/>
                  <a:pt x="108257" y="269875"/>
                </a:cubicBezTo>
                <a:cubicBezTo>
                  <a:pt x="59044" y="311679"/>
                  <a:pt x="-4985" y="370417"/>
                  <a:pt x="307" y="390525"/>
                </a:cubicBezTo>
              </a:path>
            </a:pathLst>
          </a:custGeom>
          <a:noFill/>
          <a:ln w="15875" cap="rnd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BA3C788-6754-C307-152F-F99720EAA270}"/>
              </a:ext>
            </a:extLst>
          </p:cNvPr>
          <p:cNvSpPr txBox="1"/>
          <p:nvPr/>
        </p:nvSpPr>
        <p:spPr>
          <a:xfrm>
            <a:off x="7254359" y="1088740"/>
            <a:ext cx="57606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1=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25603C6-EA81-CD70-35E3-A08B3AF5F137}"/>
                  </a:ext>
                </a:extLst>
              </p:cNvPr>
              <p:cNvSpPr txBox="1"/>
              <p:nvPr/>
            </p:nvSpPr>
            <p:spPr>
              <a:xfrm>
                <a:off x="4511825" y="3504485"/>
                <a:ext cx="3652378" cy="751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𝑖𝑘𝑎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endChr m:val=""/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  <m:sSup>
                                <m:sSupPr>
                                  <m:ctrlP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  <m:sSup>
                                <m:sSupPr>
                                  <m:ctrlP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55E0922-9BF3-961E-9AB4-F0D8A317F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5" y="3504485"/>
                <a:ext cx="3652378" cy="7514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869E729-8DBB-AC0F-D8C3-E776A3747F72}"/>
                  </a:ext>
                </a:extLst>
              </p:cNvPr>
              <p:cNvSpPr txBox="1"/>
              <p:nvPr/>
            </p:nvSpPr>
            <p:spPr>
              <a:xfrm>
                <a:off x="6348028" y="4541291"/>
                <a:ext cx="4163078" cy="939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∣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a:rPr lang="en-US" altLang="zh-CN" sz="1800" b="0" i="0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⁡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19789DA-4DD2-3B86-539A-B2497898E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028" y="4541291"/>
                <a:ext cx="4163078" cy="9399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7332807-F78A-60E4-68CC-457D6335CBCB}"/>
                  </a:ext>
                </a:extLst>
              </p:cNvPr>
              <p:cNvSpPr txBox="1"/>
              <p:nvPr/>
            </p:nvSpPr>
            <p:spPr>
              <a:xfrm>
                <a:off x="8368075" y="3420327"/>
                <a:ext cx="3652377" cy="919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8B46C88-BADA-0F21-E9A7-A80FB15E0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075" y="3420327"/>
                <a:ext cx="3652377" cy="9197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31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/>
      <p:bldP spid="34" grpId="0"/>
      <p:bldP spid="36" grpId="0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6F71-E2EF-3FFA-49E0-A1253D848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C314503-1F0D-7ED5-BA3E-7AFAB77F30B7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5940266-E893-2254-5A47-2492ABB00F3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1A6A19A-25E9-8848-4345-7EA6DAEC7EB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357A5CE-532A-5272-363B-B6FD3834E2B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7BE99D4-B9A0-E5DD-0236-F4908F5F735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B626205-A1D6-32AA-9540-232AD76B977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D424463-59DD-7CA6-FC88-A61CF2C6DD8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AEDBC5F6-D857-55A0-FD49-6E2F3E047E08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31F51B3-EA29-5433-6F5B-9381E504F748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DDC6BBD-3C9E-CEBE-0A90-558BCB847F34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7699B93-49D0-BFB9-8696-E9EA1D20D3C1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426BB74-A063-D9C7-E9AA-3B9AFC651303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266E9589-642A-764A-BDD5-DEC632C4F3EE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DA99195-F6EF-B916-0EDD-ECABDD5A93DF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04116A6C-8D0F-5A50-0498-EBB3DBBEB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F168D66-7453-EA75-B933-D4F33CA5AC09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91726960-EA17-01CD-D62B-379AAB75452F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FD84891-649F-8591-AEED-7141359D6844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BE8AB007-7AED-19E4-A16C-45EAD7BC1ABE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1CC5BE9-DF45-BAC6-8D32-8A0DF497D12C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DA30F8D-29FF-EE44-F14D-D3E2F1F50939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2FD5B1F-2514-F8BC-E8F9-9D332B8EB637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E6B421F-1523-0344-0C9D-D98A06FB0C64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B040C569-1EB4-30DD-AE17-D93241B679CC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8CD19D35-9C17-255C-AA4F-CEA0BE5F4DBF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552999-D8B5-6A24-3343-9C050911CB8B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A2A032-06B4-A2FE-FAE7-F3674B822C56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35A2A5-4854-6012-B545-59657B95F5AF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127A2A-1725-68C8-F453-1F0F3E65CB32}"/>
              </a:ext>
            </a:extLst>
          </p:cNvPr>
          <p:cNvSpPr/>
          <p:nvPr/>
        </p:nvSpPr>
        <p:spPr>
          <a:xfrm>
            <a:off x="739546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1BC5BB8-1B7B-3017-4708-BC734DD97AB4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4521AAA-6CE6-A38B-2F06-01B52AAEF93C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4D24539-A209-5C8A-D82E-0832BA5A3D7D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223E986-FB13-57AE-7674-E026543B3D58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0C50A3B-227E-A22A-4AEE-02F763168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E05E64F0-5F9A-5C13-8C94-B4A42E223EE0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02F5358-BE4B-0BFC-C18C-D8F41ED3E2BB}"/>
                  </a:ext>
                </a:extLst>
              </p:cNvPr>
              <p:cNvSpPr txBox="1"/>
              <p:nvPr/>
            </p:nvSpPr>
            <p:spPr>
              <a:xfrm>
                <a:off x="4259796" y="2148588"/>
                <a:ext cx="8466666" cy="924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等线" panose="02010600030101010101" pitchFamily="2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取：</a:t>
                </a:r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=9.109×</m:t>
                      </m:r>
                      <m:sSup>
                        <m:sSup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31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kg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1800" i="0" kern="100">
                              <a:solidFill>
                                <a:schemeClr val="bg1"/>
                              </a:solidFill>
                              <a:effectLst/>
                              <a:latin typeface="等线" panose="02010600030101010101" pitchFamily="2" charset="-122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电子</m:t>
                          </m:r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eV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eV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=0.5</m:t>
                      </m:r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nm</m:t>
                      </m:r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ℏ=1.055×</m:t>
                      </m:r>
                      <m:sSup>
                        <m:sSup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34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J</m:t>
                      </m:r>
                      <m:r>
                        <a:rPr lang="zh-CN" altLang="en-US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s</m:t>
                      </m:r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59698C6-EDD5-BC41-B595-F315C5208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796" y="2148588"/>
                <a:ext cx="8466666" cy="924740"/>
              </a:xfrm>
              <a:prstGeom prst="rect">
                <a:avLst/>
              </a:prstGeom>
              <a:blipFill>
                <a:blip r:embed="rId3"/>
                <a:stretch>
                  <a:fillRect l="-648" t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42B8532-543D-468C-CD02-C753377EE2FD}"/>
                  </a:ext>
                </a:extLst>
              </p:cNvPr>
              <p:cNvSpPr txBox="1"/>
              <p:nvPr/>
            </p:nvSpPr>
            <p:spPr>
              <a:xfrm>
                <a:off x="4331216" y="3599728"/>
                <a:ext cx="8928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zh-CN" altLang="en-US" sz="18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CN" sz="18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0.0236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4DACA14-8DFF-0F4A-023D-658A52417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216" y="3599728"/>
                <a:ext cx="89281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403E09A-2F9F-DC7D-7E6D-4342EEB7AFFC}"/>
                  </a:ext>
                </a:extLst>
              </p:cNvPr>
              <p:cNvSpPr txBox="1"/>
              <p:nvPr/>
            </p:nvSpPr>
            <p:spPr>
              <a:xfrm>
                <a:off x="4115780" y="512676"/>
                <a:ext cx="4163078" cy="939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∣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a:rPr lang="en-US" altLang="zh-CN" sz="1800" b="0" i="0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⁡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6B46288-49C2-B700-2626-D537BB80B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780" y="512676"/>
                <a:ext cx="4163078" cy="9399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248DD62-C978-7C7D-D793-05917F297F7A}"/>
                  </a:ext>
                </a:extLst>
              </p:cNvPr>
              <p:cNvSpPr txBox="1"/>
              <p:nvPr/>
            </p:nvSpPr>
            <p:spPr>
              <a:xfrm>
                <a:off x="8368075" y="368660"/>
                <a:ext cx="3652377" cy="919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CFD7BC7-5FF8-7306-210F-F39ABFE23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075" y="368660"/>
                <a:ext cx="3652377" cy="9197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E312C829-0642-8C42-1616-11262AFBA62F}"/>
              </a:ext>
            </a:extLst>
          </p:cNvPr>
          <p:cNvSpPr/>
          <p:nvPr/>
        </p:nvSpPr>
        <p:spPr>
          <a:xfrm>
            <a:off x="8136614" y="3569085"/>
            <a:ext cx="1332146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0EC47E-7FCA-1DD4-D34A-0EA9C16471C2}"/>
              </a:ext>
            </a:extLst>
          </p:cNvPr>
          <p:cNvSpPr txBox="1"/>
          <p:nvPr/>
        </p:nvSpPr>
        <p:spPr>
          <a:xfrm>
            <a:off x="1127449" y="4307151"/>
            <a:ext cx="345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墙右边确实有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波</a:t>
            </a:r>
            <a:r>
              <a:rPr lang="zh-CN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，粒子可能出现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C65E6B12-F751-6954-E85F-3115301CC180}"/>
              </a:ext>
            </a:extLst>
          </p:cNvPr>
          <p:cNvSpPr>
            <a:spLocks noChangeAspect="1"/>
          </p:cNvSpPr>
          <p:nvPr/>
        </p:nvSpPr>
        <p:spPr>
          <a:xfrm>
            <a:off x="587388" y="2893662"/>
            <a:ext cx="1201408" cy="126265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1248C7C-250C-2CCA-5630-02A6E17EC0A2}"/>
              </a:ext>
            </a:extLst>
          </p:cNvPr>
          <p:cNvGrpSpPr/>
          <p:nvPr/>
        </p:nvGrpSpPr>
        <p:grpSpPr>
          <a:xfrm>
            <a:off x="2797535" y="3092665"/>
            <a:ext cx="485292" cy="1155193"/>
            <a:chOff x="9948789" y="4097118"/>
            <a:chExt cx="485292" cy="1155193"/>
          </a:xfrm>
        </p:grpSpPr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35C5C1A9-FD7C-FC38-994D-24C9E7E3C138}"/>
                </a:ext>
              </a:extLst>
            </p:cNvPr>
            <p:cNvSpPr/>
            <p:nvPr/>
          </p:nvSpPr>
          <p:spPr>
            <a:xfrm>
              <a:off x="9948789" y="4133123"/>
              <a:ext cx="485292" cy="1119188"/>
            </a:xfrm>
            <a:custGeom>
              <a:avLst/>
              <a:gdLst>
                <a:gd name="csX0" fmla="*/ 47625 w 47625"/>
                <a:gd name="csY0" fmla="*/ 412750 h 412750"/>
                <a:gd name="csX1" fmla="*/ 0 w 47625"/>
                <a:gd name="csY1" fmla="*/ 0 h 412750"/>
                <a:gd name="csX0" fmla="*/ 47625 w 108236"/>
                <a:gd name="csY0" fmla="*/ 412750 h 412750"/>
                <a:gd name="csX1" fmla="*/ 107950 w 108236"/>
                <a:gd name="csY1" fmla="*/ 180975 h 412750"/>
                <a:gd name="csX2" fmla="*/ 0 w 108236"/>
                <a:gd name="csY2" fmla="*/ 0 h 412750"/>
                <a:gd name="csX0" fmla="*/ 47625 w 107967"/>
                <a:gd name="csY0" fmla="*/ 412750 h 412750"/>
                <a:gd name="csX1" fmla="*/ 107950 w 107967"/>
                <a:gd name="csY1" fmla="*/ 180975 h 412750"/>
                <a:gd name="csX2" fmla="*/ 0 w 107967"/>
                <a:gd name="csY2" fmla="*/ 0 h 412750"/>
                <a:gd name="csX0" fmla="*/ 47625 w 110393"/>
                <a:gd name="csY0" fmla="*/ 412750 h 412750"/>
                <a:gd name="csX1" fmla="*/ 107950 w 110393"/>
                <a:gd name="csY1" fmla="*/ 180975 h 412750"/>
                <a:gd name="csX2" fmla="*/ 0 w 110393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3220"/>
                <a:gd name="csY0" fmla="*/ 412750 h 412750"/>
                <a:gd name="csX1" fmla="*/ 107950 w 113220"/>
                <a:gd name="csY1" fmla="*/ 180975 h 412750"/>
                <a:gd name="csX2" fmla="*/ 0 w 113220"/>
                <a:gd name="csY2" fmla="*/ 0 h 412750"/>
                <a:gd name="csX0" fmla="*/ 47625 w 117658"/>
                <a:gd name="csY0" fmla="*/ 412750 h 412750"/>
                <a:gd name="csX1" fmla="*/ 112713 w 117658"/>
                <a:gd name="csY1" fmla="*/ 173037 h 412750"/>
                <a:gd name="csX2" fmla="*/ 0 w 117658"/>
                <a:gd name="csY2" fmla="*/ 0 h 412750"/>
                <a:gd name="csX0" fmla="*/ 47625 w 115669"/>
                <a:gd name="csY0" fmla="*/ 412750 h 412750"/>
                <a:gd name="csX1" fmla="*/ 112713 w 115669"/>
                <a:gd name="csY1" fmla="*/ 173037 h 412750"/>
                <a:gd name="csX2" fmla="*/ 0 w 115669"/>
                <a:gd name="csY2" fmla="*/ 0 h 412750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  <a:gd name="csX0" fmla="*/ 0 w 421512"/>
                <a:gd name="csY0" fmla="*/ 1171575 h 1171575"/>
                <a:gd name="csX1" fmla="*/ 420688 w 421512"/>
                <a:gd name="csY1" fmla="*/ 188912 h 1171575"/>
                <a:gd name="csX2" fmla="*/ 225425 w 421512"/>
                <a:gd name="csY2" fmla="*/ 0 h 1171575"/>
                <a:gd name="csX0" fmla="*/ 0 w 421512"/>
                <a:gd name="csY0" fmla="*/ 1171575 h 1171575"/>
                <a:gd name="csX1" fmla="*/ 420688 w 421512"/>
                <a:gd name="csY1" fmla="*/ 528637 h 1171575"/>
                <a:gd name="csX2" fmla="*/ 225425 w 421512"/>
                <a:gd name="csY2" fmla="*/ 0 h 1171575"/>
                <a:gd name="csX0" fmla="*/ 0 w 421512"/>
                <a:gd name="csY0" fmla="*/ 1171575 h 1171575"/>
                <a:gd name="csX1" fmla="*/ 420688 w 421512"/>
                <a:gd name="csY1" fmla="*/ 528637 h 1171575"/>
                <a:gd name="csX2" fmla="*/ 225425 w 421512"/>
                <a:gd name="csY2" fmla="*/ 0 h 1171575"/>
                <a:gd name="csX0" fmla="*/ 0 w 438175"/>
                <a:gd name="csY0" fmla="*/ 1171575 h 1171575"/>
                <a:gd name="csX1" fmla="*/ 420688 w 438175"/>
                <a:gd name="csY1" fmla="*/ 528637 h 1171575"/>
                <a:gd name="csX2" fmla="*/ 225425 w 438175"/>
                <a:gd name="csY2" fmla="*/ 0 h 1171575"/>
                <a:gd name="csX0" fmla="*/ 0 w 438175"/>
                <a:gd name="csY0" fmla="*/ 1171575 h 1171575"/>
                <a:gd name="csX1" fmla="*/ 420688 w 438175"/>
                <a:gd name="csY1" fmla="*/ 528637 h 1171575"/>
                <a:gd name="csX2" fmla="*/ 225425 w 438175"/>
                <a:gd name="csY2" fmla="*/ 0 h 1171575"/>
                <a:gd name="csX0" fmla="*/ 0 w 435072"/>
                <a:gd name="csY0" fmla="*/ 1171575 h 1171575"/>
                <a:gd name="csX1" fmla="*/ 420688 w 435072"/>
                <a:gd name="csY1" fmla="*/ 528637 h 1171575"/>
                <a:gd name="csX2" fmla="*/ 225425 w 435072"/>
                <a:gd name="csY2" fmla="*/ 0 h 1171575"/>
                <a:gd name="csX0" fmla="*/ 0 w 471834"/>
                <a:gd name="csY0" fmla="*/ 1171575 h 1171575"/>
                <a:gd name="csX1" fmla="*/ 461963 w 471834"/>
                <a:gd name="csY1" fmla="*/ 552449 h 1171575"/>
                <a:gd name="csX2" fmla="*/ 225425 w 471834"/>
                <a:gd name="csY2" fmla="*/ 0 h 1171575"/>
                <a:gd name="csX0" fmla="*/ 0 w 485292"/>
                <a:gd name="csY0" fmla="*/ 1119188 h 1119188"/>
                <a:gd name="csX1" fmla="*/ 474663 w 485292"/>
                <a:gd name="csY1" fmla="*/ 552449 h 1119188"/>
                <a:gd name="csX2" fmla="*/ 238125 w 485292"/>
                <a:gd name="csY2" fmla="*/ 0 h 1119188"/>
                <a:gd name="csX0" fmla="*/ 0 w 485292"/>
                <a:gd name="csY0" fmla="*/ 1119188 h 1119188"/>
                <a:gd name="csX1" fmla="*/ 474663 w 485292"/>
                <a:gd name="csY1" fmla="*/ 552449 h 1119188"/>
                <a:gd name="csX2" fmla="*/ 238125 w 485292"/>
                <a:gd name="csY2" fmla="*/ 0 h 1119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85292" h="1119188">
                  <a:moveTo>
                    <a:pt x="0" y="1119188"/>
                  </a:moveTo>
                  <a:cubicBezTo>
                    <a:pt x="214842" y="944562"/>
                    <a:pt x="434976" y="738980"/>
                    <a:pt x="474663" y="552449"/>
                  </a:cubicBezTo>
                  <a:cubicBezTo>
                    <a:pt x="514350" y="365918"/>
                    <a:pt x="444500" y="54505"/>
                    <a:pt x="238125" y="0"/>
                  </a:cubicBezTo>
                </a:path>
              </a:pathLst>
            </a:cu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4DF1D99-A6A4-C5E2-46C7-E8664F66B838}"/>
                </a:ext>
              </a:extLst>
            </p:cNvPr>
            <p:cNvCxnSpPr>
              <a:cxnSpLocks/>
            </p:cNvCxnSpPr>
            <p:nvPr/>
          </p:nvCxnSpPr>
          <p:spPr>
            <a:xfrm rot="7020000">
              <a:off x="10244957" y="4061114"/>
              <a:ext cx="72008" cy="144016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257BBFB-CD8B-489E-5FC2-A48E00F216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9747" y="4137878"/>
              <a:ext cx="40891" cy="120661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7862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0.125 0.0006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 animBg="1"/>
      <p:bldP spid="27" grpId="0"/>
      <p:bldP spid="29" grpId="0" animBg="1"/>
      <p:bldP spid="29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50331-CDAA-2C72-C2E7-1ECD67A49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68660"/>
            <a:ext cx="11299186" cy="4212468"/>
          </a:xfrm>
        </p:spPr>
        <p:txBody>
          <a:bodyPr>
            <a:normAutofit/>
          </a:bodyPr>
          <a:lstStyle/>
          <a:p>
            <a:r>
              <a:rPr lang="zh-CN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环节</a:t>
            </a: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				</a:t>
            </a:r>
            <a:r>
              <a:rPr lang="zh-CN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时长 </a:t>
            </a: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	</a:t>
            </a:r>
            <a:r>
              <a:rPr lang="zh-CN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内容要点</a:t>
            </a:r>
            <a:br>
              <a:rPr lang="zh-CN" altLang="zh-CN" dirty="0"/>
            </a:br>
            <a:r>
              <a:rPr lang="zh-CN" altLang="zh-CN" dirty="0"/>
              <a:t>认知冲突</a:t>
            </a:r>
            <a:r>
              <a:rPr lang="en-US" altLang="zh-CN" dirty="0"/>
              <a:t>					16s		</a:t>
            </a:r>
            <a:r>
              <a:rPr lang="zh-CN" altLang="zh-CN" dirty="0"/>
              <a:t>经典物理预期</a:t>
            </a:r>
            <a:r>
              <a:rPr lang="en-US" altLang="zh-CN" dirty="0"/>
              <a:t> </a:t>
            </a:r>
            <a:r>
              <a:rPr lang="zh-CN" altLang="zh-CN" dirty="0"/>
              <a:t>量子实验事实</a:t>
            </a:r>
            <a:br>
              <a:rPr lang="zh-CN" altLang="zh-CN" dirty="0"/>
            </a:br>
            <a:r>
              <a:rPr lang="zh-CN" altLang="en-US" dirty="0"/>
              <a:t>理论机制</a:t>
            </a:r>
            <a:r>
              <a:rPr lang="en-US" altLang="zh-CN" dirty="0"/>
              <a:t>					50s		</a:t>
            </a:r>
            <a:br>
              <a:rPr lang="en-US" altLang="zh-CN" dirty="0"/>
            </a:br>
            <a:r>
              <a:rPr lang="zh-CN" altLang="en-US" dirty="0"/>
              <a:t>借助高中化学电子云理解概率密度</a:t>
            </a:r>
            <a:r>
              <a:rPr lang="en-US" altLang="zh-CN" dirty="0"/>
              <a:t>		13s		|</a:t>
            </a:r>
            <a:r>
              <a:rPr lang="el-GR" altLang="zh-CN" dirty="0"/>
              <a:t>Ψ|²</a:t>
            </a:r>
            <a:br>
              <a:rPr lang="en-US" altLang="zh-CN" dirty="0"/>
            </a:br>
            <a:r>
              <a:rPr lang="zh-CN" altLang="en-US" dirty="0"/>
              <a:t>波函数描述、势垒穿透条件、隧穿概率的指数依赖</a:t>
            </a:r>
            <a:r>
              <a:rPr lang="en-US" altLang="zh-CN" dirty="0"/>
              <a:t>	23s		</a:t>
            </a:r>
            <a:r>
              <a:rPr lang="zh-CN" altLang="zh-CN" dirty="0"/>
              <a:t>波函数描述、势垒穿透条件、隧穿概率的指数依赖</a:t>
            </a:r>
            <a:br>
              <a:rPr lang="en-US" altLang="zh-CN" dirty="0"/>
            </a:br>
            <a:r>
              <a:rPr lang="en-US" altLang="zh-CN" dirty="0"/>
              <a:t>					(1’40’’)</a:t>
            </a:r>
            <a:br>
              <a:rPr lang="en-US" altLang="zh-CN" dirty="0"/>
            </a:br>
            <a:r>
              <a:rPr lang="zh-CN" altLang="en-US" dirty="0"/>
              <a:t>解薛定谔方程与实例数据计算</a:t>
            </a:r>
            <a:r>
              <a:rPr lang="en-US" altLang="zh-CN" dirty="0"/>
              <a:t>			(1’30’’)</a:t>
            </a:r>
            <a:br>
              <a:rPr lang="en-US" altLang="zh-CN" dirty="0"/>
            </a:br>
            <a:r>
              <a:rPr lang="zh-CN" altLang="zh-CN" dirty="0"/>
              <a:t>规律总结与量化表达</a:t>
            </a:r>
            <a:r>
              <a:rPr lang="en-US" altLang="zh-CN" dirty="0"/>
              <a:t>					</a:t>
            </a:r>
            <a:r>
              <a:rPr lang="zh-CN" altLang="zh-CN" dirty="0"/>
              <a:t>透射系数公式、参数影响的系统展示</a:t>
            </a:r>
            <a:br>
              <a:rPr lang="en-US" altLang="zh-CN" dirty="0"/>
            </a:br>
            <a:r>
              <a:rPr lang="zh-CN" altLang="en-US" dirty="0"/>
              <a:t>三类典型现象的统一框架归并</a:t>
            </a:r>
            <a:r>
              <a:rPr lang="en-US" altLang="zh-CN" dirty="0"/>
              <a:t>					</a:t>
            </a:r>
            <a:r>
              <a:rPr lang="zh-CN" altLang="zh-CN" dirty="0"/>
              <a:t>α衰变、</a:t>
            </a:r>
            <a:r>
              <a:rPr lang="en-US" altLang="zh-CN" dirty="0"/>
              <a:t>STM</a:t>
            </a:r>
            <a:r>
              <a:rPr lang="zh-CN" altLang="en-US" dirty="0"/>
              <a:t>、</a:t>
            </a:r>
            <a:r>
              <a:rPr lang="en-US" altLang="zh-CN" dirty="0"/>
              <a:t>MOSFET</a:t>
            </a:r>
            <a:br>
              <a:rPr lang="en-US" altLang="zh-CN" dirty="0"/>
            </a:br>
            <a:r>
              <a:rPr lang="en-US" altLang="zh-CN" dirty="0"/>
              <a:t>					(40’)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806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3E98A44-C164-A955-1118-426A0D45C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" y="0"/>
            <a:ext cx="1219092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D897AB0-9DF6-5CE2-7417-43EA3D5416C8}"/>
              </a:ext>
            </a:extLst>
          </p:cNvPr>
          <p:cNvSpPr/>
          <p:nvPr/>
        </p:nvSpPr>
        <p:spPr>
          <a:xfrm>
            <a:off x="-6116" y="-32054"/>
            <a:ext cx="12191999" cy="7781534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0A4A03C-7B39-90F1-946F-C00B02F9CD53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472E04E-7F92-C45A-D5C6-8238DAEC768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B22CBBD5-AC86-00CD-6C1D-139727385E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829D9AF2-9A4D-8907-DD98-AAB7F311BAD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10F410B8-013A-EED2-01D0-0005A0A253F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5A29688E-C201-92CD-12C0-9AFF22F07B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213138C-5D50-C7E9-1749-2BDF997D89A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0E387821-85A5-01F7-C986-CA2BFDA92338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14E9CCD5-7DC6-E1EA-2280-4AFE1AF92446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92C9F06-ABF3-C623-0870-2F0F2533F143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CD6EA6B9-4DEB-FF86-6E31-4C58019DA8A0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92A221F8-9D97-70E7-2902-58B89E042247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52C4D5F2-4495-115F-86C5-24B27B138383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2CFF2B6-F8CD-035B-825D-C890FCBACC9D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45413E4F-1FF7-F414-69BC-35D7476C49EF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7568117-5A00-5878-B43E-734841C7385D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E7370C0-F862-9F57-332B-EEA05C756C2A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73871FFE-A677-A5AD-5B28-C6C6491D0F0A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DD5AD0F7-2E9E-F469-5812-DE5338DF147E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D5215FB-AD42-61A2-E8EA-A1E079794F35}"/>
              </a:ext>
            </a:extLst>
          </p:cNvPr>
          <p:cNvCxnSpPr>
            <a:cxnSpLocks/>
          </p:cNvCxnSpPr>
          <p:nvPr/>
        </p:nvCxnSpPr>
        <p:spPr>
          <a:xfrm>
            <a:off x="972108" y="627331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9C12A36-7F00-B19B-50C6-2E6FD2800EE6}"/>
              </a:ext>
            </a:extLst>
          </p:cNvPr>
          <p:cNvSpPr txBox="1"/>
          <p:nvPr/>
        </p:nvSpPr>
        <p:spPr>
          <a:xfrm>
            <a:off x="-60684" y="6146140"/>
            <a:ext cx="14941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600" dirty="0">
                <a:gradFill>
                  <a:gsLst>
                    <a:gs pos="0">
                      <a:schemeClr val="tx1">
                        <a:lumMod val="50000"/>
                        <a:lumOff val="50000"/>
                        <a:alpha val="67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54000"/>
                      </a:schemeClr>
                    </a:gs>
                  </a:gsLst>
                  <a:lin ang="5400000" scaled="1"/>
                </a:gradFill>
              </a:rPr>
              <a:t>//////////////////////////////////////////////////////////////////</a:t>
            </a:r>
            <a:endParaRPr lang="zh-CN" altLang="en-US" sz="2800" spc="600" dirty="0">
              <a:gradFill>
                <a:gsLst>
                  <a:gs pos="0">
                    <a:schemeClr val="tx1">
                      <a:lumMod val="50000"/>
                      <a:lumOff val="50000"/>
                      <a:alpha val="67000"/>
                    </a:schemeClr>
                  </a:gs>
                  <a:gs pos="100000">
                    <a:schemeClr val="tx1">
                      <a:lumMod val="95000"/>
                      <a:lumOff val="5000"/>
                      <a:alpha val="54000"/>
                    </a:schemeClr>
                  </a:gs>
                </a:gsLst>
                <a:lin ang="5400000" scaled="1"/>
              </a:gra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754386D-6D22-AA7E-775D-1FF8045590C7}"/>
              </a:ext>
            </a:extLst>
          </p:cNvPr>
          <p:cNvCxnSpPr>
            <a:cxnSpLocks/>
          </p:cNvCxnSpPr>
          <p:nvPr/>
        </p:nvCxnSpPr>
        <p:spPr>
          <a:xfrm>
            <a:off x="10092444" y="3537012"/>
            <a:ext cx="0" cy="2736304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弧形 8">
            <a:extLst>
              <a:ext uri="{FF2B5EF4-FFF2-40B4-BE49-F238E27FC236}">
                <a16:creationId xmlns:a16="http://schemas.microsoft.com/office/drawing/2014/main" id="{FDF681DA-A5CF-3567-392D-C53645278E76}"/>
              </a:ext>
            </a:extLst>
          </p:cNvPr>
          <p:cNvSpPr/>
          <p:nvPr/>
        </p:nvSpPr>
        <p:spPr>
          <a:xfrm>
            <a:off x="-10753872" y="-27384"/>
            <a:ext cx="22301518" cy="19478164"/>
          </a:xfrm>
          <a:prstGeom prst="arc">
            <a:avLst>
              <a:gd name="adj1" fmla="val 16200000"/>
              <a:gd name="adj2" fmla="val 19034168"/>
            </a:avLst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42E08A6-C9AD-AFAE-55CB-832AF6779800}"/>
                  </a:ext>
                </a:extLst>
              </p:cNvPr>
              <p:cNvSpPr txBox="1"/>
              <p:nvPr/>
            </p:nvSpPr>
            <p:spPr>
              <a:xfrm>
                <a:off x="9336360" y="3606076"/>
                <a:ext cx="504056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1600" baseline="-25000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42E08A6-C9AD-AFAE-55CB-832AF6779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360" y="3606076"/>
                <a:ext cx="504056" cy="362984"/>
              </a:xfrm>
              <a:prstGeom prst="rect">
                <a:avLst/>
              </a:prstGeom>
              <a:blipFill>
                <a:blip r:embed="rId3"/>
                <a:stretch>
                  <a:fillRect b="-18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A57247D5-1FC4-FAA4-3F57-EAA188AFAD2A}"/>
              </a:ext>
            </a:extLst>
          </p:cNvPr>
          <p:cNvSpPr/>
          <p:nvPr/>
        </p:nvSpPr>
        <p:spPr>
          <a:xfrm>
            <a:off x="731404" y="4258300"/>
            <a:ext cx="9260205" cy="2010410"/>
          </a:xfrm>
          <a:custGeom>
            <a:avLst/>
            <a:gdLst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200346 w 9286839"/>
              <a:gd name="csY4" fmla="*/ 13017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357826 w 9286839"/>
              <a:gd name="csY4" fmla="*/ 13271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357826 w 9286839"/>
              <a:gd name="csY4" fmla="*/ 13271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357826 w 9286839"/>
              <a:gd name="csY4" fmla="*/ 13271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357826 w 9286839"/>
              <a:gd name="csY4" fmla="*/ 13271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391"/>
              <a:gd name="csY0" fmla="*/ 0 h 2811955"/>
              <a:gd name="csX1" fmla="*/ 9229296 w 9286391"/>
              <a:gd name="csY1" fmla="*/ 800100 h 2811955"/>
              <a:gd name="csX2" fmla="*/ 8981646 w 9286391"/>
              <a:gd name="csY2" fmla="*/ 990600 h 2811955"/>
              <a:gd name="csX3" fmla="*/ 7618936 w 9286391"/>
              <a:gd name="csY3" fmla="*/ 2780030 h 2811955"/>
              <a:gd name="csX4" fmla="*/ 6357826 w 9286391"/>
              <a:gd name="csY4" fmla="*/ 1327150 h 2811955"/>
              <a:gd name="csX5" fmla="*/ 5254196 w 9286391"/>
              <a:gd name="csY5" fmla="*/ 2711450 h 2811955"/>
              <a:gd name="csX6" fmla="*/ 3901646 w 9286391"/>
              <a:gd name="csY6" fmla="*/ 1485900 h 2811955"/>
              <a:gd name="csX7" fmla="*/ 2777696 w 9286391"/>
              <a:gd name="csY7" fmla="*/ 2616200 h 2811955"/>
              <a:gd name="csX8" fmla="*/ 1818846 w 9286391"/>
              <a:gd name="csY8" fmla="*/ 2152650 h 2811955"/>
              <a:gd name="csX9" fmla="*/ 637746 w 9286391"/>
              <a:gd name="csY9" fmla="*/ 2806700 h 2811955"/>
              <a:gd name="csX10" fmla="*/ 174196 w 9286391"/>
              <a:gd name="csY10" fmla="*/ 2451100 h 2811955"/>
              <a:gd name="csX0" fmla="*/ 8168846 w 9249332"/>
              <a:gd name="csY0" fmla="*/ 0 h 2811955"/>
              <a:gd name="csX1" fmla="*/ 9229296 w 9249332"/>
              <a:gd name="csY1" fmla="*/ 800100 h 2811955"/>
              <a:gd name="csX2" fmla="*/ 8768286 w 9249332"/>
              <a:gd name="csY2" fmla="*/ 1061720 h 2811955"/>
              <a:gd name="csX3" fmla="*/ 7618936 w 9249332"/>
              <a:gd name="csY3" fmla="*/ 2780030 h 2811955"/>
              <a:gd name="csX4" fmla="*/ 6357826 w 9249332"/>
              <a:gd name="csY4" fmla="*/ 1327150 h 2811955"/>
              <a:gd name="csX5" fmla="*/ 5254196 w 9249332"/>
              <a:gd name="csY5" fmla="*/ 2711450 h 2811955"/>
              <a:gd name="csX6" fmla="*/ 3901646 w 9249332"/>
              <a:gd name="csY6" fmla="*/ 1485900 h 2811955"/>
              <a:gd name="csX7" fmla="*/ 2777696 w 9249332"/>
              <a:gd name="csY7" fmla="*/ 2616200 h 2811955"/>
              <a:gd name="csX8" fmla="*/ 1818846 w 9249332"/>
              <a:gd name="csY8" fmla="*/ 2152650 h 2811955"/>
              <a:gd name="csX9" fmla="*/ 637746 w 9249332"/>
              <a:gd name="csY9" fmla="*/ 2806700 h 2811955"/>
              <a:gd name="csX10" fmla="*/ 174196 w 9249332"/>
              <a:gd name="csY10" fmla="*/ 2451100 h 2811955"/>
              <a:gd name="csX0" fmla="*/ 8168846 w 9249332"/>
              <a:gd name="csY0" fmla="*/ 0 h 2811955"/>
              <a:gd name="csX1" fmla="*/ 9229296 w 9249332"/>
              <a:gd name="csY1" fmla="*/ 784860 h 2811955"/>
              <a:gd name="csX2" fmla="*/ 8768286 w 9249332"/>
              <a:gd name="csY2" fmla="*/ 1061720 h 2811955"/>
              <a:gd name="csX3" fmla="*/ 7618936 w 9249332"/>
              <a:gd name="csY3" fmla="*/ 2780030 h 2811955"/>
              <a:gd name="csX4" fmla="*/ 6357826 w 9249332"/>
              <a:gd name="csY4" fmla="*/ 1327150 h 2811955"/>
              <a:gd name="csX5" fmla="*/ 5254196 w 9249332"/>
              <a:gd name="csY5" fmla="*/ 2711450 h 2811955"/>
              <a:gd name="csX6" fmla="*/ 3901646 w 9249332"/>
              <a:gd name="csY6" fmla="*/ 1485900 h 2811955"/>
              <a:gd name="csX7" fmla="*/ 2777696 w 9249332"/>
              <a:gd name="csY7" fmla="*/ 2616200 h 2811955"/>
              <a:gd name="csX8" fmla="*/ 1818846 w 9249332"/>
              <a:gd name="csY8" fmla="*/ 2152650 h 2811955"/>
              <a:gd name="csX9" fmla="*/ 637746 w 9249332"/>
              <a:gd name="csY9" fmla="*/ 2806700 h 2811955"/>
              <a:gd name="csX10" fmla="*/ 174196 w 9249332"/>
              <a:gd name="csY10" fmla="*/ 2451100 h 2811955"/>
              <a:gd name="csX0" fmla="*/ 8168846 w 9249332"/>
              <a:gd name="csY0" fmla="*/ 0 h 2811955"/>
              <a:gd name="csX1" fmla="*/ 9229296 w 9249332"/>
              <a:gd name="csY1" fmla="*/ 784860 h 2811955"/>
              <a:gd name="csX2" fmla="*/ 8768286 w 9249332"/>
              <a:gd name="csY2" fmla="*/ 1061720 h 2811955"/>
              <a:gd name="csX3" fmla="*/ 7618936 w 9249332"/>
              <a:gd name="csY3" fmla="*/ 2780030 h 2811955"/>
              <a:gd name="csX4" fmla="*/ 6357826 w 9249332"/>
              <a:gd name="csY4" fmla="*/ 1327150 h 2811955"/>
              <a:gd name="csX5" fmla="*/ 5254196 w 9249332"/>
              <a:gd name="csY5" fmla="*/ 2711450 h 2811955"/>
              <a:gd name="csX6" fmla="*/ 3901646 w 9249332"/>
              <a:gd name="csY6" fmla="*/ 1485900 h 2811955"/>
              <a:gd name="csX7" fmla="*/ 2777696 w 9249332"/>
              <a:gd name="csY7" fmla="*/ 2616200 h 2811955"/>
              <a:gd name="csX8" fmla="*/ 1818846 w 9249332"/>
              <a:gd name="csY8" fmla="*/ 2152650 h 2811955"/>
              <a:gd name="csX9" fmla="*/ 637746 w 9249332"/>
              <a:gd name="csY9" fmla="*/ 2806700 h 2811955"/>
              <a:gd name="csX10" fmla="*/ 174196 w 9249332"/>
              <a:gd name="csY10" fmla="*/ 2451100 h 2811955"/>
              <a:gd name="csX0" fmla="*/ 8168846 w 9231593"/>
              <a:gd name="csY0" fmla="*/ 0 h 2811955"/>
              <a:gd name="csX1" fmla="*/ 9229296 w 9231593"/>
              <a:gd name="csY1" fmla="*/ 784860 h 2811955"/>
              <a:gd name="csX2" fmla="*/ 8768286 w 9231593"/>
              <a:gd name="csY2" fmla="*/ 1061720 h 2811955"/>
              <a:gd name="csX3" fmla="*/ 7618936 w 9231593"/>
              <a:gd name="csY3" fmla="*/ 2780030 h 2811955"/>
              <a:gd name="csX4" fmla="*/ 6357826 w 9231593"/>
              <a:gd name="csY4" fmla="*/ 1327150 h 2811955"/>
              <a:gd name="csX5" fmla="*/ 5254196 w 9231593"/>
              <a:gd name="csY5" fmla="*/ 2711450 h 2811955"/>
              <a:gd name="csX6" fmla="*/ 3901646 w 9231593"/>
              <a:gd name="csY6" fmla="*/ 1485900 h 2811955"/>
              <a:gd name="csX7" fmla="*/ 2777696 w 9231593"/>
              <a:gd name="csY7" fmla="*/ 2616200 h 2811955"/>
              <a:gd name="csX8" fmla="*/ 1818846 w 9231593"/>
              <a:gd name="csY8" fmla="*/ 2152650 h 2811955"/>
              <a:gd name="csX9" fmla="*/ 637746 w 9231593"/>
              <a:gd name="csY9" fmla="*/ 2806700 h 2811955"/>
              <a:gd name="csX10" fmla="*/ 174196 w 9231593"/>
              <a:gd name="csY10" fmla="*/ 2451100 h 2811955"/>
              <a:gd name="csX0" fmla="*/ 8168846 w 9231593"/>
              <a:gd name="csY0" fmla="*/ 0 h 2811955"/>
              <a:gd name="csX1" fmla="*/ 9229296 w 9231593"/>
              <a:gd name="csY1" fmla="*/ 784860 h 2811955"/>
              <a:gd name="csX2" fmla="*/ 8768286 w 9231593"/>
              <a:gd name="csY2" fmla="*/ 1061720 h 2811955"/>
              <a:gd name="csX3" fmla="*/ 7618936 w 9231593"/>
              <a:gd name="csY3" fmla="*/ 2780030 h 2811955"/>
              <a:gd name="csX4" fmla="*/ 6357826 w 9231593"/>
              <a:gd name="csY4" fmla="*/ 1327150 h 2811955"/>
              <a:gd name="csX5" fmla="*/ 5254196 w 9231593"/>
              <a:gd name="csY5" fmla="*/ 2711450 h 2811955"/>
              <a:gd name="csX6" fmla="*/ 3901646 w 9231593"/>
              <a:gd name="csY6" fmla="*/ 1485900 h 2811955"/>
              <a:gd name="csX7" fmla="*/ 2777696 w 9231593"/>
              <a:gd name="csY7" fmla="*/ 2616200 h 2811955"/>
              <a:gd name="csX8" fmla="*/ 1818846 w 9231593"/>
              <a:gd name="csY8" fmla="*/ 2152650 h 2811955"/>
              <a:gd name="csX9" fmla="*/ 637746 w 9231593"/>
              <a:gd name="csY9" fmla="*/ 2806700 h 2811955"/>
              <a:gd name="csX10" fmla="*/ 174196 w 9231593"/>
              <a:gd name="csY10" fmla="*/ 2451100 h 2811955"/>
              <a:gd name="csX0" fmla="*/ 8168846 w 9229296"/>
              <a:gd name="csY0" fmla="*/ 0 h 2811955"/>
              <a:gd name="csX1" fmla="*/ 9229296 w 9229296"/>
              <a:gd name="csY1" fmla="*/ 784860 h 2811955"/>
              <a:gd name="csX2" fmla="*/ 8768286 w 9229296"/>
              <a:gd name="csY2" fmla="*/ 1061720 h 2811955"/>
              <a:gd name="csX3" fmla="*/ 7618936 w 9229296"/>
              <a:gd name="csY3" fmla="*/ 2780030 h 2811955"/>
              <a:gd name="csX4" fmla="*/ 6357826 w 9229296"/>
              <a:gd name="csY4" fmla="*/ 1327150 h 2811955"/>
              <a:gd name="csX5" fmla="*/ 5254196 w 9229296"/>
              <a:gd name="csY5" fmla="*/ 2711450 h 2811955"/>
              <a:gd name="csX6" fmla="*/ 3901646 w 9229296"/>
              <a:gd name="csY6" fmla="*/ 1485900 h 2811955"/>
              <a:gd name="csX7" fmla="*/ 2777696 w 9229296"/>
              <a:gd name="csY7" fmla="*/ 2616200 h 2811955"/>
              <a:gd name="csX8" fmla="*/ 1818846 w 9229296"/>
              <a:gd name="csY8" fmla="*/ 2152650 h 2811955"/>
              <a:gd name="csX9" fmla="*/ 637746 w 9229296"/>
              <a:gd name="csY9" fmla="*/ 2806700 h 2811955"/>
              <a:gd name="csX10" fmla="*/ 174196 w 9229296"/>
              <a:gd name="csY10" fmla="*/ 2451100 h 2811955"/>
              <a:gd name="csX0" fmla="*/ 8189166 w 9229296"/>
              <a:gd name="csY0" fmla="*/ 0 h 2938955"/>
              <a:gd name="csX1" fmla="*/ 9229296 w 9229296"/>
              <a:gd name="csY1" fmla="*/ 911860 h 2938955"/>
              <a:gd name="csX2" fmla="*/ 8768286 w 9229296"/>
              <a:gd name="csY2" fmla="*/ 1188720 h 2938955"/>
              <a:gd name="csX3" fmla="*/ 7618936 w 9229296"/>
              <a:gd name="csY3" fmla="*/ 2907030 h 2938955"/>
              <a:gd name="csX4" fmla="*/ 6357826 w 9229296"/>
              <a:gd name="csY4" fmla="*/ 1454150 h 2938955"/>
              <a:gd name="csX5" fmla="*/ 5254196 w 9229296"/>
              <a:gd name="csY5" fmla="*/ 2838450 h 2938955"/>
              <a:gd name="csX6" fmla="*/ 3901646 w 9229296"/>
              <a:gd name="csY6" fmla="*/ 1612900 h 2938955"/>
              <a:gd name="csX7" fmla="*/ 2777696 w 9229296"/>
              <a:gd name="csY7" fmla="*/ 2743200 h 2938955"/>
              <a:gd name="csX8" fmla="*/ 1818846 w 9229296"/>
              <a:gd name="csY8" fmla="*/ 2279650 h 2938955"/>
              <a:gd name="csX9" fmla="*/ 637746 w 9229296"/>
              <a:gd name="csY9" fmla="*/ 2933700 h 2938955"/>
              <a:gd name="csX10" fmla="*/ 174196 w 92292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1186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615886 w 9254696"/>
              <a:gd name="csY2" fmla="*/ 151384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615886 w 9254696"/>
              <a:gd name="csY2" fmla="*/ 151384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615886 w 9254696"/>
              <a:gd name="csY2" fmla="*/ 151384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899616 w 9254696"/>
              <a:gd name="csY7" fmla="*/ 293116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899616 w 9254696"/>
              <a:gd name="csY7" fmla="*/ 293116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899616 w 9254696"/>
              <a:gd name="csY7" fmla="*/ 293116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899616 w 9254696"/>
              <a:gd name="csY7" fmla="*/ 293116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904696 w 9254696"/>
              <a:gd name="csY7" fmla="*/ 290068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904696 w 9254696"/>
              <a:gd name="csY7" fmla="*/ 2900680 h 2938955"/>
              <a:gd name="csX8" fmla="*/ 1920446 w 9254696"/>
              <a:gd name="csY8" fmla="*/ 213741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57149 w 9222679"/>
              <a:gd name="csY0" fmla="*/ 0 h 2907030"/>
              <a:gd name="csX1" fmla="*/ 9222679 w 9222679"/>
              <a:gd name="csY1" fmla="*/ 972820 h 2907030"/>
              <a:gd name="csX2" fmla="*/ 8309549 w 9222679"/>
              <a:gd name="csY2" fmla="*/ 1783080 h 2907030"/>
              <a:gd name="csX3" fmla="*/ 7586919 w 9222679"/>
              <a:gd name="csY3" fmla="*/ 2907030 h 2907030"/>
              <a:gd name="csX4" fmla="*/ 6386769 w 9222679"/>
              <a:gd name="csY4" fmla="*/ 1449070 h 2907030"/>
              <a:gd name="csX5" fmla="*/ 5267899 w 9222679"/>
              <a:gd name="csY5" fmla="*/ 2904490 h 2907030"/>
              <a:gd name="csX6" fmla="*/ 3940749 w 9222679"/>
              <a:gd name="csY6" fmla="*/ 1739900 h 2907030"/>
              <a:gd name="csX7" fmla="*/ 2872679 w 9222679"/>
              <a:gd name="csY7" fmla="*/ 2900680 h 2907030"/>
              <a:gd name="csX8" fmla="*/ 1888429 w 9222679"/>
              <a:gd name="csY8" fmla="*/ 2137410 h 2907030"/>
              <a:gd name="csX9" fmla="*/ 849569 w 9222679"/>
              <a:gd name="csY9" fmla="*/ 2893060 h 2907030"/>
              <a:gd name="csX10" fmla="*/ 142179 w 9222679"/>
              <a:gd name="csY10" fmla="*/ 2578100 h 2907030"/>
              <a:gd name="csX0" fmla="*/ 8139056 w 9204586"/>
              <a:gd name="csY0" fmla="*/ 0 h 2907030"/>
              <a:gd name="csX1" fmla="*/ 9204586 w 9204586"/>
              <a:gd name="csY1" fmla="*/ 972820 h 2907030"/>
              <a:gd name="csX2" fmla="*/ 8291456 w 9204586"/>
              <a:gd name="csY2" fmla="*/ 1783080 h 2907030"/>
              <a:gd name="csX3" fmla="*/ 7568826 w 9204586"/>
              <a:gd name="csY3" fmla="*/ 2907030 h 2907030"/>
              <a:gd name="csX4" fmla="*/ 6368676 w 9204586"/>
              <a:gd name="csY4" fmla="*/ 1449070 h 2907030"/>
              <a:gd name="csX5" fmla="*/ 5249806 w 9204586"/>
              <a:gd name="csY5" fmla="*/ 2904490 h 2907030"/>
              <a:gd name="csX6" fmla="*/ 3922656 w 9204586"/>
              <a:gd name="csY6" fmla="*/ 1739900 h 2907030"/>
              <a:gd name="csX7" fmla="*/ 2854586 w 9204586"/>
              <a:gd name="csY7" fmla="*/ 2900680 h 2907030"/>
              <a:gd name="csX8" fmla="*/ 1870336 w 9204586"/>
              <a:gd name="csY8" fmla="*/ 2137410 h 2907030"/>
              <a:gd name="csX9" fmla="*/ 831476 w 9204586"/>
              <a:gd name="csY9" fmla="*/ 2893060 h 2907030"/>
              <a:gd name="csX10" fmla="*/ 144406 w 9204586"/>
              <a:gd name="csY10" fmla="*/ 2420620 h 2907030"/>
              <a:gd name="csX0" fmla="*/ 7994650 w 9060180"/>
              <a:gd name="csY0" fmla="*/ 0 h 2907030"/>
              <a:gd name="csX1" fmla="*/ 9060180 w 9060180"/>
              <a:gd name="csY1" fmla="*/ 972820 h 2907030"/>
              <a:gd name="csX2" fmla="*/ 8147050 w 9060180"/>
              <a:gd name="csY2" fmla="*/ 1783080 h 2907030"/>
              <a:gd name="csX3" fmla="*/ 7424420 w 9060180"/>
              <a:gd name="csY3" fmla="*/ 2907030 h 2907030"/>
              <a:gd name="csX4" fmla="*/ 6224270 w 9060180"/>
              <a:gd name="csY4" fmla="*/ 1449070 h 2907030"/>
              <a:gd name="csX5" fmla="*/ 5105400 w 9060180"/>
              <a:gd name="csY5" fmla="*/ 2904490 h 2907030"/>
              <a:gd name="csX6" fmla="*/ 3778250 w 9060180"/>
              <a:gd name="csY6" fmla="*/ 1739900 h 2907030"/>
              <a:gd name="csX7" fmla="*/ 2710180 w 9060180"/>
              <a:gd name="csY7" fmla="*/ 2900680 h 2907030"/>
              <a:gd name="csX8" fmla="*/ 1725930 w 9060180"/>
              <a:gd name="csY8" fmla="*/ 2137410 h 2907030"/>
              <a:gd name="csX9" fmla="*/ 687070 w 9060180"/>
              <a:gd name="csY9" fmla="*/ 2893060 h 2907030"/>
              <a:gd name="csX10" fmla="*/ 0 w 9060180"/>
              <a:gd name="csY10" fmla="*/ 2420620 h 2907030"/>
              <a:gd name="csX0" fmla="*/ 9060180 w 9060180"/>
              <a:gd name="csY0" fmla="*/ 0 h 1934210"/>
              <a:gd name="csX1" fmla="*/ 8147050 w 9060180"/>
              <a:gd name="csY1" fmla="*/ 810260 h 1934210"/>
              <a:gd name="csX2" fmla="*/ 7424420 w 9060180"/>
              <a:gd name="csY2" fmla="*/ 1934210 h 1934210"/>
              <a:gd name="csX3" fmla="*/ 6224270 w 9060180"/>
              <a:gd name="csY3" fmla="*/ 476250 h 1934210"/>
              <a:gd name="csX4" fmla="*/ 5105400 w 9060180"/>
              <a:gd name="csY4" fmla="*/ 1931670 h 1934210"/>
              <a:gd name="csX5" fmla="*/ 3778250 w 9060180"/>
              <a:gd name="csY5" fmla="*/ 767080 h 1934210"/>
              <a:gd name="csX6" fmla="*/ 2710180 w 9060180"/>
              <a:gd name="csY6" fmla="*/ 1927860 h 1934210"/>
              <a:gd name="csX7" fmla="*/ 1725930 w 9060180"/>
              <a:gd name="csY7" fmla="*/ 1164590 h 1934210"/>
              <a:gd name="csX8" fmla="*/ 687070 w 9060180"/>
              <a:gd name="csY8" fmla="*/ 1920240 h 1934210"/>
              <a:gd name="csX9" fmla="*/ 0 w 9060180"/>
              <a:gd name="csY9" fmla="*/ 1447800 h 1934210"/>
              <a:gd name="csX0" fmla="*/ 9060180 w 9060180"/>
              <a:gd name="csY0" fmla="*/ 0 h 1937181"/>
              <a:gd name="csX1" fmla="*/ 7424420 w 9060180"/>
              <a:gd name="csY1" fmla="*/ 1934210 h 1937181"/>
              <a:gd name="csX2" fmla="*/ 6224270 w 9060180"/>
              <a:gd name="csY2" fmla="*/ 476250 h 1937181"/>
              <a:gd name="csX3" fmla="*/ 5105400 w 9060180"/>
              <a:gd name="csY3" fmla="*/ 1931670 h 1937181"/>
              <a:gd name="csX4" fmla="*/ 3778250 w 9060180"/>
              <a:gd name="csY4" fmla="*/ 767080 h 1937181"/>
              <a:gd name="csX5" fmla="*/ 2710180 w 9060180"/>
              <a:gd name="csY5" fmla="*/ 1927860 h 1937181"/>
              <a:gd name="csX6" fmla="*/ 1725930 w 9060180"/>
              <a:gd name="csY6" fmla="*/ 1164590 h 1937181"/>
              <a:gd name="csX7" fmla="*/ 687070 w 9060180"/>
              <a:gd name="csY7" fmla="*/ 1920240 h 1937181"/>
              <a:gd name="csX8" fmla="*/ 0 w 9060180"/>
              <a:gd name="csY8" fmla="*/ 1447800 h 1937181"/>
              <a:gd name="csX0" fmla="*/ 9060180 w 9060180"/>
              <a:gd name="csY0" fmla="*/ 0 h 1937181"/>
              <a:gd name="csX1" fmla="*/ 7424420 w 9060180"/>
              <a:gd name="csY1" fmla="*/ 1934210 h 1937181"/>
              <a:gd name="csX2" fmla="*/ 6224270 w 9060180"/>
              <a:gd name="csY2" fmla="*/ 476250 h 1937181"/>
              <a:gd name="csX3" fmla="*/ 5105400 w 9060180"/>
              <a:gd name="csY3" fmla="*/ 1931670 h 1937181"/>
              <a:gd name="csX4" fmla="*/ 3778250 w 9060180"/>
              <a:gd name="csY4" fmla="*/ 767080 h 1937181"/>
              <a:gd name="csX5" fmla="*/ 2710180 w 9060180"/>
              <a:gd name="csY5" fmla="*/ 1927860 h 1937181"/>
              <a:gd name="csX6" fmla="*/ 1725930 w 9060180"/>
              <a:gd name="csY6" fmla="*/ 1164590 h 1937181"/>
              <a:gd name="csX7" fmla="*/ 687070 w 9060180"/>
              <a:gd name="csY7" fmla="*/ 1920240 h 1937181"/>
              <a:gd name="csX8" fmla="*/ 0 w 9060180"/>
              <a:gd name="csY8" fmla="*/ 1447800 h 1937181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244330 w 9244330"/>
              <a:gd name="csY0" fmla="*/ 0 h 1934210"/>
              <a:gd name="csX1" fmla="*/ 7608570 w 9244330"/>
              <a:gd name="csY1" fmla="*/ 1934210 h 1934210"/>
              <a:gd name="csX2" fmla="*/ 6408420 w 9244330"/>
              <a:gd name="csY2" fmla="*/ 476250 h 1934210"/>
              <a:gd name="csX3" fmla="*/ 5289550 w 9244330"/>
              <a:gd name="csY3" fmla="*/ 1931670 h 1934210"/>
              <a:gd name="csX4" fmla="*/ 3962400 w 9244330"/>
              <a:gd name="csY4" fmla="*/ 767080 h 1934210"/>
              <a:gd name="csX5" fmla="*/ 2894330 w 9244330"/>
              <a:gd name="csY5" fmla="*/ 1927860 h 1934210"/>
              <a:gd name="csX6" fmla="*/ 1910080 w 9244330"/>
              <a:gd name="csY6" fmla="*/ 1164590 h 1934210"/>
              <a:gd name="csX7" fmla="*/ 871220 w 9244330"/>
              <a:gd name="csY7" fmla="*/ 1920240 h 1934210"/>
              <a:gd name="csX8" fmla="*/ 0 w 9244330"/>
              <a:gd name="csY8" fmla="*/ 1422400 h 1934210"/>
              <a:gd name="csX0" fmla="*/ 9244330 w 9244330"/>
              <a:gd name="csY0" fmla="*/ 0 h 1934210"/>
              <a:gd name="csX1" fmla="*/ 7608570 w 9244330"/>
              <a:gd name="csY1" fmla="*/ 1934210 h 1934210"/>
              <a:gd name="csX2" fmla="*/ 6408420 w 9244330"/>
              <a:gd name="csY2" fmla="*/ 476250 h 1934210"/>
              <a:gd name="csX3" fmla="*/ 5289550 w 9244330"/>
              <a:gd name="csY3" fmla="*/ 1931670 h 1934210"/>
              <a:gd name="csX4" fmla="*/ 3962400 w 9244330"/>
              <a:gd name="csY4" fmla="*/ 767080 h 1934210"/>
              <a:gd name="csX5" fmla="*/ 2894330 w 9244330"/>
              <a:gd name="csY5" fmla="*/ 1927860 h 1934210"/>
              <a:gd name="csX6" fmla="*/ 1910080 w 9244330"/>
              <a:gd name="csY6" fmla="*/ 1164590 h 1934210"/>
              <a:gd name="csX7" fmla="*/ 871220 w 9244330"/>
              <a:gd name="csY7" fmla="*/ 1920240 h 1934210"/>
              <a:gd name="csX8" fmla="*/ 0 w 9244330"/>
              <a:gd name="csY8" fmla="*/ 1422400 h 1934210"/>
              <a:gd name="csX0" fmla="*/ 9260205 w 9260205"/>
              <a:gd name="csY0" fmla="*/ 0 h 2010410"/>
              <a:gd name="csX1" fmla="*/ 7608570 w 9260205"/>
              <a:gd name="csY1" fmla="*/ 2010410 h 2010410"/>
              <a:gd name="csX2" fmla="*/ 6408420 w 9260205"/>
              <a:gd name="csY2" fmla="*/ 552450 h 2010410"/>
              <a:gd name="csX3" fmla="*/ 5289550 w 9260205"/>
              <a:gd name="csY3" fmla="*/ 2007870 h 2010410"/>
              <a:gd name="csX4" fmla="*/ 3962400 w 9260205"/>
              <a:gd name="csY4" fmla="*/ 843280 h 2010410"/>
              <a:gd name="csX5" fmla="*/ 2894330 w 9260205"/>
              <a:gd name="csY5" fmla="*/ 2004060 h 2010410"/>
              <a:gd name="csX6" fmla="*/ 1910080 w 9260205"/>
              <a:gd name="csY6" fmla="*/ 1240790 h 2010410"/>
              <a:gd name="csX7" fmla="*/ 871220 w 9260205"/>
              <a:gd name="csY7" fmla="*/ 1996440 h 2010410"/>
              <a:gd name="csX8" fmla="*/ 0 w 9260205"/>
              <a:gd name="csY8" fmla="*/ 1498600 h 201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60205" h="2010410">
                <a:moveTo>
                  <a:pt x="9260205" y="0"/>
                </a:moveTo>
                <a:cubicBezTo>
                  <a:pt x="8919422" y="402961"/>
                  <a:pt x="7835689" y="1681268"/>
                  <a:pt x="7608570" y="2010410"/>
                </a:cubicBezTo>
                <a:cubicBezTo>
                  <a:pt x="7415318" y="1708785"/>
                  <a:pt x="6794923" y="552873"/>
                  <a:pt x="6408420" y="552450"/>
                </a:cubicBezTo>
                <a:cubicBezTo>
                  <a:pt x="6021917" y="552027"/>
                  <a:pt x="5491479" y="1845098"/>
                  <a:pt x="5289550" y="2007870"/>
                </a:cubicBezTo>
                <a:cubicBezTo>
                  <a:pt x="5078307" y="1847215"/>
                  <a:pt x="4361603" y="843915"/>
                  <a:pt x="3962400" y="843280"/>
                </a:cubicBezTo>
                <a:cubicBezTo>
                  <a:pt x="3563197" y="842645"/>
                  <a:pt x="3068744" y="1823508"/>
                  <a:pt x="2894330" y="2004060"/>
                </a:cubicBezTo>
                <a:cubicBezTo>
                  <a:pt x="2724150" y="1818005"/>
                  <a:pt x="2247265" y="1242060"/>
                  <a:pt x="1910080" y="1240790"/>
                </a:cubicBezTo>
                <a:cubicBezTo>
                  <a:pt x="1572895" y="1239520"/>
                  <a:pt x="1008168" y="1901824"/>
                  <a:pt x="871220" y="1996440"/>
                </a:cubicBezTo>
                <a:cubicBezTo>
                  <a:pt x="749512" y="1903942"/>
                  <a:pt x="230717" y="1522942"/>
                  <a:pt x="0" y="1498600"/>
                </a:cubicBezTo>
              </a:path>
            </a:pathLst>
          </a:custGeom>
          <a:noFill/>
          <a:ln w="222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弧形 23">
            <a:extLst>
              <a:ext uri="{FF2B5EF4-FFF2-40B4-BE49-F238E27FC236}">
                <a16:creationId xmlns:a16="http://schemas.microsoft.com/office/drawing/2014/main" id="{E01F15B0-1E08-5009-FDEC-CF6E0AFF5498}"/>
              </a:ext>
            </a:extLst>
          </p:cNvPr>
          <p:cNvSpPr/>
          <p:nvPr/>
        </p:nvSpPr>
        <p:spPr>
          <a:xfrm>
            <a:off x="-10573852" y="116632"/>
            <a:ext cx="22301518" cy="19478164"/>
          </a:xfrm>
          <a:prstGeom prst="arc">
            <a:avLst>
              <a:gd name="adj1" fmla="val 18951335"/>
              <a:gd name="adj2" fmla="val 19398101"/>
            </a:avLst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A36DC2B-F99C-73AB-61BB-C22779625B61}"/>
              </a:ext>
            </a:extLst>
          </p:cNvPr>
          <p:cNvSpPr txBox="1"/>
          <p:nvPr/>
        </p:nvSpPr>
        <p:spPr>
          <a:xfrm>
            <a:off x="9300356" y="3038541"/>
            <a:ext cx="215271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ysClr val="windowText" lastClr="000000"/>
                </a:solidFill>
              </a:rPr>
              <a:t>0</a:t>
            </a:r>
            <a:r>
              <a:rPr lang="en-US" altLang="zh-CN" dirty="0">
                <a:solidFill>
                  <a:sysClr val="windowText" lastClr="000000"/>
                </a:solidFill>
              </a:rPr>
              <a:t>  (</a:t>
            </a:r>
            <a:r>
              <a:rPr lang="zh-CN" altLang="en-US" dirty="0">
                <a:solidFill>
                  <a:sysClr val="windowText" lastClr="000000"/>
                </a:solidFill>
              </a:rPr>
              <a:t>一维势垒高度</a:t>
            </a:r>
            <a:r>
              <a:rPr lang="en-US" altLang="zh-CN" dirty="0">
                <a:solidFill>
                  <a:sysClr val="windowText" lastClr="000000"/>
                </a:solidFill>
              </a:rPr>
              <a:t>)</a:t>
            </a:r>
            <a:endParaRPr lang="zh-CN" altLang="en-US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8A575F3-3B59-66E9-35F7-C18A8AE6EEC3}"/>
                  </a:ext>
                </a:extLst>
              </p:cNvPr>
              <p:cNvSpPr txBox="1"/>
              <p:nvPr/>
            </p:nvSpPr>
            <p:spPr>
              <a:xfrm>
                <a:off x="11242261" y="2981538"/>
                <a:ext cx="1044115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tx1"/>
                    </a:solidFill>
                  </a:rPr>
                  <a:t>&gt;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bSup>
                      <m:sSubSupPr>
                        <m:ctrlPr>
                          <a:rPr lang="zh-CN" altLang="en-US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zh-CN" altLang="en-US" i="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8A575F3-3B59-66E9-35F7-C18A8AE6E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2261" y="2981538"/>
                <a:ext cx="1044115" cy="483466"/>
              </a:xfrm>
              <a:prstGeom prst="rect">
                <a:avLst/>
              </a:prstGeom>
              <a:blipFill>
                <a:blip r:embed="rId4"/>
                <a:stretch>
                  <a:fillRect l="-4678"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41703832-3E2A-1808-50F5-FAE2139B48E0}"/>
              </a:ext>
            </a:extLst>
          </p:cNvPr>
          <p:cNvSpPr txBox="1"/>
          <p:nvPr/>
        </p:nvSpPr>
        <p:spPr>
          <a:xfrm>
            <a:off x="2663809" y="3198258"/>
            <a:ext cx="174163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宏观受力分析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D503F9E-5735-2B27-02AC-68316CDB4C5B}"/>
              </a:ext>
            </a:extLst>
          </p:cNvPr>
          <p:cNvCxnSpPr/>
          <p:nvPr/>
        </p:nvCxnSpPr>
        <p:spPr>
          <a:xfrm>
            <a:off x="9948428" y="4258300"/>
            <a:ext cx="0" cy="630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BD9EBC3-DE77-DA27-ED46-F73B5CDA79B2}"/>
              </a:ext>
            </a:extLst>
          </p:cNvPr>
          <p:cNvSpPr txBox="1"/>
          <p:nvPr/>
        </p:nvSpPr>
        <p:spPr>
          <a:xfrm>
            <a:off x="9696400" y="4802857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mg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4EF59A2-E40D-7D9F-6619-B1B377F32DD6}"/>
              </a:ext>
            </a:extLst>
          </p:cNvPr>
          <p:cNvCxnSpPr>
            <a:cxnSpLocks/>
          </p:cNvCxnSpPr>
          <p:nvPr/>
        </p:nvCxnSpPr>
        <p:spPr>
          <a:xfrm>
            <a:off x="9088335" y="3944093"/>
            <a:ext cx="392041" cy="262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A10A3FB-5714-D905-71C6-326551DABDE4}"/>
              </a:ext>
            </a:extLst>
          </p:cNvPr>
          <p:cNvCxnSpPr>
            <a:cxnSpLocks/>
          </p:cNvCxnSpPr>
          <p:nvPr/>
        </p:nvCxnSpPr>
        <p:spPr>
          <a:xfrm flipV="1">
            <a:off x="9480376" y="3640680"/>
            <a:ext cx="0" cy="303413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E6BB9A3-19AD-0F36-01F9-F8A1E3389CD3}"/>
              </a:ext>
            </a:extLst>
          </p:cNvPr>
          <p:cNvCxnSpPr>
            <a:cxnSpLocks/>
          </p:cNvCxnSpPr>
          <p:nvPr/>
        </p:nvCxnSpPr>
        <p:spPr>
          <a:xfrm flipH="1">
            <a:off x="9398103" y="4258300"/>
            <a:ext cx="550325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284E4FD-FDA6-9222-A5B5-A8E356D146B1}"/>
                  </a:ext>
                </a:extLst>
              </p:cNvPr>
              <p:cNvSpPr txBox="1"/>
              <p:nvPr/>
            </p:nvSpPr>
            <p:spPr>
              <a:xfrm>
                <a:off x="9339108" y="3879289"/>
                <a:ext cx="504056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zh-CN" altLang="en-US" sz="1800" i="1" baseline="-2500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弹</m:t>
                      </m:r>
                    </m:oMath>
                  </m:oMathPara>
                </a14:m>
                <a:endParaRPr lang="en-US" altLang="zh-CN" sz="1600" i="1" baseline="-250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284E4FD-FDA6-9222-A5B5-A8E356D14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9108" y="3879289"/>
                <a:ext cx="504056" cy="362984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39C222E-C3B4-BFCA-42D8-129ABE5CD375}"/>
              </a:ext>
            </a:extLst>
          </p:cNvPr>
          <p:cNvCxnSpPr>
            <a:cxnSpLocks/>
          </p:cNvCxnSpPr>
          <p:nvPr/>
        </p:nvCxnSpPr>
        <p:spPr>
          <a:xfrm flipH="1">
            <a:off x="9642534" y="4274738"/>
            <a:ext cx="325270" cy="39265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F04D439-3ECD-AE81-F330-6AA59974FD51}"/>
              </a:ext>
            </a:extLst>
          </p:cNvPr>
          <p:cNvSpPr txBox="1"/>
          <p:nvPr/>
        </p:nvSpPr>
        <p:spPr>
          <a:xfrm>
            <a:off x="8868308" y="4175503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0AB92DBB-39B3-A801-67B4-8BCC457E02E3}"/>
                  </a:ext>
                </a:extLst>
              </p:cNvPr>
              <p:cNvSpPr txBox="1"/>
              <p:nvPr/>
            </p:nvSpPr>
            <p:spPr>
              <a:xfrm>
                <a:off x="9372710" y="4308578"/>
                <a:ext cx="504056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1600" baseline="-25000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0AB92DBB-39B3-A801-67B4-8BCC457E0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710" y="4308578"/>
                <a:ext cx="504056" cy="362984"/>
              </a:xfrm>
              <a:prstGeom prst="rect">
                <a:avLst/>
              </a:prstGeom>
              <a:blipFill>
                <a:blip r:embed="rId6"/>
                <a:stretch>
                  <a:fillRect b="-18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EA79972-01D2-909E-4EE0-37D9B09C6C63}"/>
              </a:ext>
            </a:extLst>
          </p:cNvPr>
          <p:cNvCxnSpPr/>
          <p:nvPr/>
        </p:nvCxnSpPr>
        <p:spPr>
          <a:xfrm>
            <a:off x="9120336" y="3645024"/>
            <a:ext cx="0" cy="630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59451134-6A51-CF47-D19D-397AE3B78C22}"/>
              </a:ext>
            </a:extLst>
          </p:cNvPr>
          <p:cNvSpPr>
            <a:spLocks noChangeAspect="1"/>
          </p:cNvSpPr>
          <p:nvPr/>
        </p:nvSpPr>
        <p:spPr>
          <a:xfrm>
            <a:off x="8976320" y="3501008"/>
            <a:ext cx="285155" cy="2851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64E9122-33E0-23E9-D6E7-9AC7273D0893}"/>
              </a:ext>
            </a:extLst>
          </p:cNvPr>
          <p:cNvCxnSpPr>
            <a:cxnSpLocks/>
          </p:cNvCxnSpPr>
          <p:nvPr/>
        </p:nvCxnSpPr>
        <p:spPr>
          <a:xfrm>
            <a:off x="9102334" y="3638345"/>
            <a:ext cx="378042" cy="30836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419A611-1B70-DB35-B300-3C408D0CA9CE}"/>
              </a:ext>
            </a:extLst>
          </p:cNvPr>
          <p:cNvCxnSpPr>
            <a:cxnSpLocks/>
          </p:cNvCxnSpPr>
          <p:nvPr/>
        </p:nvCxnSpPr>
        <p:spPr>
          <a:xfrm flipV="1">
            <a:off x="9088335" y="3638345"/>
            <a:ext cx="39204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6E5AA08-59E7-FAEC-3124-E8150408841A}"/>
              </a:ext>
            </a:extLst>
          </p:cNvPr>
          <p:cNvCxnSpPr>
            <a:cxnSpLocks/>
          </p:cNvCxnSpPr>
          <p:nvPr/>
        </p:nvCxnSpPr>
        <p:spPr>
          <a:xfrm>
            <a:off x="9113159" y="3636989"/>
            <a:ext cx="7177" cy="3014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AA7C736-EAB7-58FE-757D-44017791D6CF}"/>
                  </a:ext>
                </a:extLst>
              </p:cNvPr>
              <p:cNvSpPr txBox="1"/>
              <p:nvPr/>
            </p:nvSpPr>
            <p:spPr>
              <a:xfrm>
                <a:off x="9138338" y="3303144"/>
                <a:ext cx="504056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8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1600" i="1" baseline="-250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AA7C736-EAB7-58FE-757D-44017791D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338" y="3303144"/>
                <a:ext cx="504056" cy="362984"/>
              </a:xfrm>
              <a:prstGeom prst="rect">
                <a:avLst/>
              </a:prstGeom>
              <a:blipFill>
                <a:blip r:embed="rId7"/>
                <a:stretch>
                  <a:fillRect b="-16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601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1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7" presetClass="path" presetSubtype="0" decel="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2682 0.03148 0.04596 0.05602 0.06966 0.09097 " pathEditMode="relative" rAng="0" ptsTypes="AA">
                                      <p:cBhvr>
                                        <p:cTn id="8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7" y="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9" grpId="0" animBg="1"/>
      <p:bldP spid="18" grpId="0"/>
      <p:bldP spid="18" grpId="1"/>
      <p:bldP spid="21" grpId="0" animBg="1"/>
      <p:bldP spid="24" grpId="0" animBg="1"/>
      <p:bldP spid="25" grpId="0"/>
      <p:bldP spid="27" grpId="0"/>
      <p:bldP spid="8" grpId="0"/>
      <p:bldP spid="40" grpId="0"/>
      <p:bldP spid="13" grpId="0"/>
      <p:bldP spid="13" grpId="1"/>
      <p:bldP spid="46" grpId="0"/>
      <p:bldP spid="3" grpId="0" animBg="1"/>
      <p:bldP spid="3" grpId="1" animBg="1"/>
      <p:bldP spid="37" grpId="0"/>
      <p:bldP spid="37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F0BFFEA-121D-F7D0-6A5F-8E239DB12968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6846D06A-E56A-DCA0-380F-12273BECF0A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E101EB7A-7944-A001-C3BB-430C1728AC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6B9DAEF-660A-3BCC-F05F-86F3FBE233A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B871772-A458-687B-BAA4-55BACFC8B34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25622D3-3700-89D5-1900-4F20C20EEFF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2EB58EB-BD1D-3C23-1EF3-209B3ADD9B8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E073F02-0610-D945-91EF-4793F74E49EF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6F82448-B218-D129-B723-CE1AD20E23D9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2E36E3D-6DBA-7EB3-0141-5982D103C426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35DF677-6768-E735-3905-0C9E33F99026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1F191CA-19CE-A78B-08A8-4B32966EE8B8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62FFCC9-FBA5-0C9E-07E2-72886EE557D4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A7DA43B-D6C7-C23E-9C14-972E5CBB7061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B7491AA3-BB3E-33EA-CE3A-ED967B3BD01A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931E287-7E79-7628-2DE4-02DBD9DE0EBD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791A4EB-8242-74E4-C3ED-996B6133EA94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81FFC26-0524-7904-D252-A2BC3612EA46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583539FB-8EA5-A805-B35F-CA115D3F16DA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8506F81-C2FC-0877-771B-297DF5101018}"/>
              </a:ext>
            </a:extLst>
          </p:cNvPr>
          <p:cNvSpPr/>
          <p:nvPr/>
        </p:nvSpPr>
        <p:spPr>
          <a:xfrm>
            <a:off x="2963652" y="2878372"/>
            <a:ext cx="2695576" cy="885231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FAAC133-BA4F-C1EF-7E7B-88B1D4AA3E47}"/>
              </a:ext>
            </a:extLst>
          </p:cNvPr>
          <p:cNvSpPr>
            <a:spLocks noChangeAspect="1"/>
          </p:cNvSpPr>
          <p:nvPr/>
        </p:nvSpPr>
        <p:spPr>
          <a:xfrm>
            <a:off x="7788188" y="3158969"/>
            <a:ext cx="324036" cy="3240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08C18C-A43C-3BFE-77A2-33EAA1EEE592}"/>
              </a:ext>
            </a:extLst>
          </p:cNvPr>
          <p:cNvSpPr txBox="1"/>
          <p:nvPr/>
        </p:nvSpPr>
        <p:spPr>
          <a:xfrm>
            <a:off x="4841344" y="3483006"/>
            <a:ext cx="6760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617E2F1-2F04-35CC-08D7-FEE607E860A0}"/>
              </a:ext>
            </a:extLst>
          </p:cNvPr>
          <p:cNvSpPr txBox="1"/>
          <p:nvPr/>
        </p:nvSpPr>
        <p:spPr>
          <a:xfrm>
            <a:off x="7896200" y="3483006"/>
            <a:ext cx="676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FF0000"/>
                </a:solidFill>
              </a:rPr>
              <a:t>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71E248-1936-6808-C3CC-96FBE2786A89}"/>
              </a:ext>
            </a:extLst>
          </p:cNvPr>
          <p:cNvSpPr txBox="1"/>
          <p:nvPr/>
        </p:nvSpPr>
        <p:spPr>
          <a:xfrm>
            <a:off x="7766174" y="3104964"/>
            <a:ext cx="526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e</a:t>
            </a:r>
            <a:r>
              <a:rPr lang="en-US" altLang="zh-CN" sz="2000" baseline="30000" dirty="0"/>
              <a:t>-</a:t>
            </a:r>
            <a:endParaRPr lang="zh-CN" altLang="en-US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38915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9A400-47C9-5BB9-B9DB-AD985F7C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AAC54B4-BD8E-24DD-4C17-97A19A71575C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13B1CD11-1DE8-7BE4-0638-211D58E5424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F450F48-2324-6C4B-9850-46B97F1A6C5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B057A8A-07BC-FE59-8B29-84A30827B62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AAFA9A3-70AF-87E6-1C59-C06C502E78B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EB84EF2-B3C4-BF73-90FC-883175814C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68F35588-3EF9-A1CD-998C-18722A05975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EF9627C-5377-54F9-1C12-F6BE7E91C328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21011AD-55EF-5902-88A5-530424846611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5A5ECE2-01B8-4D1A-AC9D-B98880ECC488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17A18E0-80CF-88B8-1EC7-46D6DDAF8184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F6E5AD8-C7E6-92F6-2477-B408801412B2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0B58F77-21BE-CA2F-D859-BA303745274E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98728A0-8082-C5B3-0B94-0BE59DE7665E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52B2F38-7ABB-1EF9-CA91-35CB7F5DA4C3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2FFA663-6982-A354-6BDA-A4A4E942362F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FBBCEB4-8A69-0B42-D125-AE681FC53CAB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4BE4BF1-A937-D1D9-7031-E368BDC419E9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CFCF637-7220-7876-94E1-43D9364F0AC8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5357108-CA15-A4E1-2AF2-0F205BF6A7E3}"/>
              </a:ext>
            </a:extLst>
          </p:cNvPr>
          <p:cNvSpPr/>
          <p:nvPr/>
        </p:nvSpPr>
        <p:spPr>
          <a:xfrm>
            <a:off x="3616448" y="2878372"/>
            <a:ext cx="2695576" cy="885231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E0B66D3-B3B0-0D7D-9F41-AAC330D388C1}"/>
              </a:ext>
            </a:extLst>
          </p:cNvPr>
          <p:cNvSpPr>
            <a:spLocks noChangeAspect="1"/>
          </p:cNvSpPr>
          <p:nvPr/>
        </p:nvSpPr>
        <p:spPr>
          <a:xfrm>
            <a:off x="961954" y="653641"/>
            <a:ext cx="12585527" cy="4508793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  <a:gd name="csX0" fmla="*/ 0 w 3956817"/>
              <a:gd name="csY0" fmla="*/ 1882069 h 2011197"/>
              <a:gd name="csX1" fmla="*/ 159688 w 3956817"/>
              <a:gd name="csY1" fmla="*/ 1869635 h 2011197"/>
              <a:gd name="csX2" fmla="*/ 834602 w 3956817"/>
              <a:gd name="csY2" fmla="*/ 7374 h 2011197"/>
              <a:gd name="csX3" fmla="*/ 1763764 w 3956817"/>
              <a:gd name="csY3" fmla="*/ 1243789 h 2011197"/>
              <a:gd name="csX4" fmla="*/ 3956817 w 3956817"/>
              <a:gd name="csY4" fmla="*/ 1862275 h 2011197"/>
              <a:gd name="csX0" fmla="*/ 0 w 3956817"/>
              <a:gd name="csY0" fmla="*/ 1882069 h 2011197"/>
              <a:gd name="csX1" fmla="*/ 159688 w 3956817"/>
              <a:gd name="csY1" fmla="*/ 1869635 h 2011197"/>
              <a:gd name="csX2" fmla="*/ 834602 w 3956817"/>
              <a:gd name="csY2" fmla="*/ 7374 h 2011197"/>
              <a:gd name="csX3" fmla="*/ 1763764 w 3956817"/>
              <a:gd name="csY3" fmla="*/ 1243789 h 2011197"/>
              <a:gd name="csX4" fmla="*/ 3956817 w 3956817"/>
              <a:gd name="csY4" fmla="*/ 1862275 h 2011197"/>
              <a:gd name="csX0" fmla="*/ 71211 w 4028028"/>
              <a:gd name="csY0" fmla="*/ 1882069 h 1930897"/>
              <a:gd name="csX1" fmla="*/ 230899 w 4028028"/>
              <a:gd name="csY1" fmla="*/ 1869635 h 1930897"/>
              <a:gd name="csX2" fmla="*/ 905813 w 4028028"/>
              <a:gd name="csY2" fmla="*/ 7374 h 1930897"/>
              <a:gd name="csX3" fmla="*/ 1834975 w 4028028"/>
              <a:gd name="csY3" fmla="*/ 1243789 h 1930897"/>
              <a:gd name="csX4" fmla="*/ 4028028 w 4028028"/>
              <a:gd name="csY4" fmla="*/ 1862275 h 1930897"/>
              <a:gd name="csX0" fmla="*/ 0 w 5206617"/>
              <a:gd name="csY0" fmla="*/ 1843316 h 1998595"/>
              <a:gd name="csX1" fmla="*/ 1409488 w 5206617"/>
              <a:gd name="csY1" fmla="*/ 1869635 h 1998595"/>
              <a:gd name="csX2" fmla="*/ 2084402 w 5206617"/>
              <a:gd name="csY2" fmla="*/ 7374 h 1998595"/>
              <a:gd name="csX3" fmla="*/ 3013564 w 5206617"/>
              <a:gd name="csY3" fmla="*/ 1243789 h 1998595"/>
              <a:gd name="csX4" fmla="*/ 5206617 w 5206617"/>
              <a:gd name="csY4" fmla="*/ 1862275 h 1998595"/>
              <a:gd name="csX0" fmla="*/ 0 w 5639364"/>
              <a:gd name="csY0" fmla="*/ 1946659 h 2035645"/>
              <a:gd name="csX1" fmla="*/ 1842235 w 5639364"/>
              <a:gd name="csY1" fmla="*/ 1869635 h 2035645"/>
              <a:gd name="csX2" fmla="*/ 2517149 w 5639364"/>
              <a:gd name="csY2" fmla="*/ 7374 h 2035645"/>
              <a:gd name="csX3" fmla="*/ 3446311 w 5639364"/>
              <a:gd name="csY3" fmla="*/ 1243789 h 2035645"/>
              <a:gd name="csX4" fmla="*/ 5639364 w 5639364"/>
              <a:gd name="csY4" fmla="*/ 1862275 h 2035645"/>
              <a:gd name="csX0" fmla="*/ 0 w 5639364"/>
              <a:gd name="csY0" fmla="*/ 1946659 h 1991441"/>
              <a:gd name="csX1" fmla="*/ 1842235 w 5639364"/>
              <a:gd name="csY1" fmla="*/ 1869635 h 1991441"/>
              <a:gd name="csX2" fmla="*/ 2517149 w 5639364"/>
              <a:gd name="csY2" fmla="*/ 7374 h 1991441"/>
              <a:gd name="csX3" fmla="*/ 3446311 w 5639364"/>
              <a:gd name="csY3" fmla="*/ 1243789 h 1991441"/>
              <a:gd name="csX4" fmla="*/ 5639364 w 5639364"/>
              <a:gd name="csY4" fmla="*/ 1862275 h 1991441"/>
              <a:gd name="csX0" fmla="*/ 0 w 5248600"/>
              <a:gd name="csY0" fmla="*/ 1978953 h 2049794"/>
              <a:gd name="csX1" fmla="*/ 1451471 w 5248600"/>
              <a:gd name="csY1" fmla="*/ 1869635 h 2049794"/>
              <a:gd name="csX2" fmla="*/ 2126385 w 5248600"/>
              <a:gd name="csY2" fmla="*/ 7374 h 2049794"/>
              <a:gd name="csX3" fmla="*/ 3055547 w 5248600"/>
              <a:gd name="csY3" fmla="*/ 1243789 h 2049794"/>
              <a:gd name="csX4" fmla="*/ 5248600 w 5248600"/>
              <a:gd name="csY4" fmla="*/ 1862275 h 2049794"/>
              <a:gd name="csX0" fmla="*/ 124799 w 5373399"/>
              <a:gd name="csY0" fmla="*/ 1978953 h 2044825"/>
              <a:gd name="csX1" fmla="*/ 1576270 w 5373399"/>
              <a:gd name="csY1" fmla="*/ 1869635 h 2044825"/>
              <a:gd name="csX2" fmla="*/ 2251184 w 5373399"/>
              <a:gd name="csY2" fmla="*/ 7374 h 2044825"/>
              <a:gd name="csX3" fmla="*/ 3180346 w 5373399"/>
              <a:gd name="csY3" fmla="*/ 1243789 h 2044825"/>
              <a:gd name="csX4" fmla="*/ 5373399 w 5373399"/>
              <a:gd name="csY4" fmla="*/ 1862275 h 2044825"/>
              <a:gd name="csX0" fmla="*/ 109587 w 5710198"/>
              <a:gd name="csY0" fmla="*/ 1943429 h 2029868"/>
              <a:gd name="csX1" fmla="*/ 1913069 w 5710198"/>
              <a:gd name="csY1" fmla="*/ 1869635 h 2029868"/>
              <a:gd name="csX2" fmla="*/ 2587983 w 5710198"/>
              <a:gd name="csY2" fmla="*/ 7374 h 2029868"/>
              <a:gd name="csX3" fmla="*/ 3517145 w 5710198"/>
              <a:gd name="csY3" fmla="*/ 1243789 h 2029868"/>
              <a:gd name="csX4" fmla="*/ 5710198 w 5710198"/>
              <a:gd name="csY4" fmla="*/ 1862275 h 2029868"/>
              <a:gd name="csX0" fmla="*/ 0 w 5600611"/>
              <a:gd name="csY0" fmla="*/ 1943429 h 2050781"/>
              <a:gd name="csX1" fmla="*/ 1803482 w 5600611"/>
              <a:gd name="csY1" fmla="*/ 1869635 h 2050781"/>
              <a:gd name="csX2" fmla="*/ 2478396 w 5600611"/>
              <a:gd name="csY2" fmla="*/ 7374 h 2050781"/>
              <a:gd name="csX3" fmla="*/ 3407558 w 5600611"/>
              <a:gd name="csY3" fmla="*/ 1243789 h 2050781"/>
              <a:gd name="csX4" fmla="*/ 5600611 w 5600611"/>
              <a:gd name="csY4" fmla="*/ 1862275 h 2050781"/>
              <a:gd name="csX0" fmla="*/ 0 w 5600611"/>
              <a:gd name="csY0" fmla="*/ 1943429 h 2006431"/>
              <a:gd name="csX1" fmla="*/ 1803482 w 5600611"/>
              <a:gd name="csY1" fmla="*/ 1869635 h 2006431"/>
              <a:gd name="csX2" fmla="*/ 2478396 w 5600611"/>
              <a:gd name="csY2" fmla="*/ 7374 h 2006431"/>
              <a:gd name="csX3" fmla="*/ 3407558 w 5600611"/>
              <a:gd name="csY3" fmla="*/ 1243789 h 2006431"/>
              <a:gd name="csX4" fmla="*/ 5600611 w 5600611"/>
              <a:gd name="csY4" fmla="*/ 1862275 h 20064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00611" h="2006431">
                <a:moveTo>
                  <a:pt x="0" y="1943429"/>
                </a:moveTo>
                <a:cubicBezTo>
                  <a:pt x="387237" y="1996257"/>
                  <a:pt x="1130445" y="2083048"/>
                  <a:pt x="1803482" y="1869635"/>
                </a:cubicBezTo>
                <a:cubicBezTo>
                  <a:pt x="2476519" y="1656222"/>
                  <a:pt x="2211050" y="111682"/>
                  <a:pt x="2478396" y="7374"/>
                </a:cubicBezTo>
                <a:cubicBezTo>
                  <a:pt x="2745742" y="-96934"/>
                  <a:pt x="2887189" y="934639"/>
                  <a:pt x="3407558" y="1243789"/>
                </a:cubicBezTo>
                <a:cubicBezTo>
                  <a:pt x="3927927" y="1552939"/>
                  <a:pt x="5343436" y="1844824"/>
                  <a:pt x="5600611" y="1862275"/>
                </a:cubicBezTo>
              </a:path>
            </a:pathLst>
          </a:custGeom>
          <a:noFill/>
          <a:ln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62000">
                  <a:schemeClr val="bg1"/>
                </a:gs>
                <a:gs pos="100000">
                  <a:schemeClr val="tx1"/>
                </a:gs>
                <a:gs pos="35000">
                  <a:schemeClr val="bg1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04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FEDB-B9F7-24FF-489F-DB4A4AE1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ADE1D28-B246-AF77-07C5-712DFFC2C1C9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01F6994-ADDF-546B-DE40-BC0C523DC68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9D3755A-9D7E-4831-DFEF-28A05FA872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C56E4BE-12B7-C6AC-DE97-5CFC586CDFD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D761E95-72DA-96A2-04A4-DA815BFE20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B4B20F8-2391-4696-3928-4013CB5504A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94547740-83AD-B93D-65AC-237807ED39F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54860FF-ECAB-3334-C926-A307E37F63BA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D510B24A-5340-AD0F-E647-474BF68FA1B2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7C8F13F-308C-9A97-BB40-9B52B7257FE3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DD72CB5-0CE6-2EB1-4663-19681BF88B60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1AF89FC-4EE4-2D98-0351-C089F23ABC45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E4352BF-0185-9AAE-B251-7D31332DD44C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5DD2E1B-B931-0D31-3800-E3019B159FA1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66183DB-7F10-788D-312E-2329E30C4883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3B8D0D9-53B2-BD6E-8072-3EF7D56BE877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06EC12F-9E51-F8DC-E638-97E13F70F99A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F161AFE-DD72-4214-0152-7C7B7A6608BC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D189AFA-1331-625C-190C-9008BEC8810C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21DC99A-A8FD-59C8-5356-6697D73F7E17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7CDEC88-3073-7425-6D24-73D4DF550681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74FE23B-162B-725D-F4E2-220A30D0C87F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9636FCC8-F751-9116-01B3-0E7186E7B220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59BBB28-BDE4-E0F3-82A5-47864D7E64C5}"/>
              </a:ext>
            </a:extLst>
          </p:cNvPr>
          <p:cNvSpPr/>
          <p:nvPr/>
        </p:nvSpPr>
        <p:spPr>
          <a:xfrm>
            <a:off x="32419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66ECB61C-FE30-52A9-1AA1-6771B9A1BD8F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714EF5-51B4-DA59-B7A0-B361260D34E7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1CF772E-822F-3038-54DB-30520B95886C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4128D3-49EE-5DAC-78CE-232A73D8D84C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C9112A2-B6E8-739C-6D01-19FB3B212630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2F1E65E-66C0-E594-8FE1-831CFA600E26}"/>
              </a:ext>
            </a:extLst>
          </p:cNvPr>
          <p:cNvCxnSpPr>
            <a:cxnSpLocks/>
          </p:cNvCxnSpPr>
          <p:nvPr/>
        </p:nvCxnSpPr>
        <p:spPr>
          <a:xfrm>
            <a:off x="84978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FDBF6F0-D5E7-5312-39DD-4F33F5080200}"/>
              </a:ext>
            </a:extLst>
          </p:cNvPr>
          <p:cNvSpPr/>
          <p:nvPr/>
        </p:nvSpPr>
        <p:spPr>
          <a:xfrm>
            <a:off x="739546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1FA2B22-0E1D-719D-CD51-AD2D8B22CCAE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9F20DE0-1B63-10C6-622B-CFED2A3177DF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E8C7219-D6E9-F81B-A695-10E95F26D180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071446A-9FC3-E160-B565-BB2C219D1821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071446A-9FC3-E160-B565-BB2C219D1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770890B9-D395-81C0-76DF-5DBE2A9B4051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2FE25DE-9E29-130D-7541-D9B4874376D9}"/>
                  </a:ext>
                </a:extLst>
              </p:cNvPr>
              <p:cNvSpPr txBox="1"/>
              <p:nvPr/>
            </p:nvSpPr>
            <p:spPr>
              <a:xfrm>
                <a:off x="3984300" y="2585385"/>
                <a:ext cx="8466992" cy="977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&lt;0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区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b="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zh-CN" altLang="en-US" b="0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r>
                                  <a:rPr lang="zh-CN" altLang="en-US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zh-CN" altLang="en-US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II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区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zh-CN" altLang="en-US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III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区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2FE25DE-9E29-130D-7541-D9B487437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300" y="2585385"/>
                <a:ext cx="8466992" cy="9771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058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623DF-5B5C-D364-36AF-9B413728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2E9C9BE-A97E-FFF6-4CDA-41ADCEFD1A1A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C4F8D85-C21A-AB1C-76C4-DA3FD7C24FF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A209C9A-8666-5399-CD12-EFF213279AA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6BF0944-2F93-1E55-89BA-D515C5F62C7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AA90EA3-2145-2304-74D8-49A1F0378AF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E7975BF8-07A7-7839-AB3D-1E039D038D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3F0E305-58DA-87DD-7B0A-7CB0CC85972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F897D39-CC3A-D760-CB8E-4EA1C7EA7C8A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194A3C3-BCC5-F6FF-ECBF-79706804BB39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030F785-2640-8EF1-A18F-9CDE00D72A15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DCC8CC7-9D66-1E9B-AE03-A440ED5F8B74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7189C521-146A-F460-29FE-6E18374CA160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A583218-56AC-4B80-AED4-30D321556AE5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6AFDC76-61F2-B21E-E1ED-7CC854CA1F86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2F157DB-7357-A5F8-EB89-33C8B6D3B8DE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0B59449-0603-F507-C324-4ABE49C2D33D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11E11F1-2200-FE14-410A-DA54E2B75521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6B562927-9199-8566-4DA8-9B65A8756DA7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25EAA3FF-1486-C227-F86B-7CD0E1C64DE3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F51B7E5-6E8B-E09E-6E8E-6A2A4D6DEF54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02FC1C6-078E-0B29-83E6-F288BF6D1130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2208EF5-57A3-09B6-070D-8FFA50CF85E9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DC0AB129-6FF7-6FC7-4EE4-281415D58E83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6BB4CB2-AD72-0B9A-B944-82928DA9538B}"/>
              </a:ext>
            </a:extLst>
          </p:cNvPr>
          <p:cNvSpPr/>
          <p:nvPr/>
        </p:nvSpPr>
        <p:spPr>
          <a:xfrm>
            <a:off x="32419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86721AE-885D-B5B6-BBC3-F7CF1DCC1C21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BC35F5-D437-49A3-84D3-51A95F1227EA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8EB1BD-9C26-8C00-44BE-84B549A630BF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085082-6A21-DB22-F9B3-6DFD4D39ACE1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C860261-6D18-8095-6FA9-CAFEC9656F6F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E190001-5249-B1A9-77F1-55E1650F5D79}"/>
              </a:ext>
            </a:extLst>
          </p:cNvPr>
          <p:cNvCxnSpPr>
            <a:cxnSpLocks/>
          </p:cNvCxnSpPr>
          <p:nvPr/>
        </p:nvCxnSpPr>
        <p:spPr>
          <a:xfrm>
            <a:off x="84978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CAA455F1-61F6-34AB-8F8B-B109F7F8E974}"/>
              </a:ext>
            </a:extLst>
          </p:cNvPr>
          <p:cNvSpPr/>
          <p:nvPr/>
        </p:nvSpPr>
        <p:spPr>
          <a:xfrm>
            <a:off x="739546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ADDD091-98B0-AC87-7CE1-9D440843727B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DCB581C-7029-9DEA-6702-047F77C159EB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0C5F1DF-EA6D-D2A1-0F85-9371A719EFF6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6989E5D-F97D-3FE6-02FA-87C460939BAE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6989E5D-F97D-3FE6-02FA-87C460939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CEFC580-FF9F-1FA1-E9CE-DF4B6189C3FA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298B219-76AC-C7B5-A717-56DA004C80F5}"/>
                  </a:ext>
                </a:extLst>
              </p:cNvPr>
              <p:cNvSpPr txBox="1"/>
              <p:nvPr/>
            </p:nvSpPr>
            <p:spPr>
              <a:xfrm>
                <a:off x="6708068" y="3737303"/>
                <a:ext cx="3532570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298B219-76AC-C7B5-A717-56DA004C8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068" y="3737303"/>
                <a:ext cx="3532570" cy="5557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A134D833-4C85-31C7-AAD3-42E9706A388F}"/>
              </a:ext>
            </a:extLst>
          </p:cNvPr>
          <p:cNvSpPr txBox="1"/>
          <p:nvPr/>
        </p:nvSpPr>
        <p:spPr>
          <a:xfrm>
            <a:off x="5699956" y="3268200"/>
            <a:ext cx="5356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i="0" dirty="0">
                <a:solidFill>
                  <a:schemeClr val="bg1"/>
                </a:solidFill>
                <a:effectLst/>
                <a:latin typeface="PingFang SC"/>
              </a:rPr>
              <a:t>Effective Mass Time</a:t>
            </a:r>
            <a:r>
              <a:rPr lang="en-US" altLang="zh-CN" sz="1800" i="0" dirty="0">
                <a:solidFill>
                  <a:schemeClr val="bg1"/>
                </a:solidFill>
                <a:effectLst/>
                <a:latin typeface="PingFang SC"/>
              </a:rPr>
              <a:t> </a:t>
            </a:r>
            <a:r>
              <a:rPr lang="zh-CN" altLang="zh-CN" sz="1800" i="0" dirty="0">
                <a:solidFill>
                  <a:schemeClr val="bg1"/>
                </a:solidFill>
                <a:effectLst/>
                <a:latin typeface="PingFang SC"/>
              </a:rPr>
              <a:t>Independent Schrödinger Equation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5CEF63-DEB3-50FA-FCB1-ED9BC461CF2F}"/>
                  </a:ext>
                </a:extLst>
              </p:cNvPr>
              <p:cNvSpPr txBox="1"/>
              <p:nvPr/>
            </p:nvSpPr>
            <p:spPr>
              <a:xfrm>
                <a:off x="3984300" y="1268760"/>
                <a:ext cx="8466992" cy="977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&lt;0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区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b="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zh-CN" altLang="en-US" b="0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r>
                                  <a:rPr lang="zh-CN" altLang="en-US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zh-CN" altLang="en-US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II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区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zh-CN" altLang="en-US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III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区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5CEF63-DEB3-50FA-FCB1-ED9BC461C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300" y="1268760"/>
                <a:ext cx="8466992" cy="9771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875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C4F1-6F00-0DED-902D-39649149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311A966-D829-C550-E433-0A7A624CD3B2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95EB0D44-8D19-0AA1-7593-3E77C21E6C1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3BF8A3A-6362-05FB-0194-180F70FFC9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2163F60-3981-FF6E-3A9B-E750E7282E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0AF1667E-873C-04D3-4DA7-94A378D388E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A71A92B-750C-C9FB-423C-6918E05E054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EE28C77-02F6-A300-8DD7-48E1910347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55BD1C66-9F6D-0925-256E-2ACB2FF2D100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DBAF61D-C6ED-0EB0-14D9-D91F69E54826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DAFD2A6-4986-241E-CABE-FFAF2DBE69E6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C00E1B19-21FC-1B94-37E6-9E468AB6A872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92EC616-3C27-5DA6-D222-51C4F92DFB8F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BDA15893-0C35-A325-A5BD-3E6CD3B01F66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D723A964-DD43-22A8-604E-495205253A0E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3471995-D2A2-753B-2284-D04CC65473AE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DEF02787-8036-2CAD-634C-6597B2CC9EA6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A401871-9284-D80A-8DBC-FC8AD8864AAA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0BF7653-5AA5-46FD-DB12-29440A13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16BCBADB-D4E3-2F71-A491-42300D8C4D9A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A88C50FA-BCFE-08B5-00A9-995E40726ECF}"/>
              </a:ext>
            </a:extLst>
          </p:cNvPr>
          <p:cNvSpPr/>
          <p:nvPr/>
        </p:nvSpPr>
        <p:spPr>
          <a:xfrm>
            <a:off x="0" y="1900826"/>
            <a:ext cx="744972" cy="1874698"/>
          </a:xfrm>
          <a:prstGeom prst="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44A031E-69A6-EE2E-F494-87695E25470C}"/>
                  </a:ext>
                </a:extLst>
              </p:cNvPr>
              <p:cNvSpPr txBox="1"/>
              <p:nvPr/>
            </p:nvSpPr>
            <p:spPr>
              <a:xfrm>
                <a:off x="8497360" y="3636960"/>
                <a:ext cx="163108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𝑚𝐸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44A031E-69A6-EE2E-F494-87695E254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360" y="3636960"/>
                <a:ext cx="1631088" cy="5204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5A993DB7-8272-13E3-2B3F-0EF6F1F20BDD}"/>
              </a:ext>
            </a:extLst>
          </p:cNvPr>
          <p:cNvSpPr txBox="1"/>
          <p:nvPr/>
        </p:nvSpPr>
        <p:spPr>
          <a:xfrm>
            <a:off x="7957300" y="3799945"/>
            <a:ext cx="230832" cy="2771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FC66ED-7A03-70CC-1B3A-C5246E44DA59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C6D4E72-B311-090E-80D1-90A2F90C3973}"/>
                  </a:ext>
                </a:extLst>
              </p:cNvPr>
              <p:cNvSpPr txBox="1"/>
              <p:nvPr/>
            </p:nvSpPr>
            <p:spPr>
              <a:xfrm>
                <a:off x="6265800" y="2816932"/>
                <a:ext cx="1260024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C6D4E72-B311-090E-80D1-90A2F90C3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800" y="2816932"/>
                <a:ext cx="1260024" cy="5557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B7B3592-F401-58A9-361D-CE58DE1754A1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C337171-318A-F8EF-6FF4-3CDBCDFDD725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6F0DF9E-CCB1-AE69-A784-8CDBB6EAAB91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9D40CF4-8C37-1CC1-AE6F-F7ED546B79D5}"/>
              </a:ext>
            </a:extLst>
          </p:cNvPr>
          <p:cNvSpPr/>
          <p:nvPr/>
        </p:nvSpPr>
        <p:spPr>
          <a:xfrm>
            <a:off x="32419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F7AF94D-6E93-4A93-6B48-5D9FAF916A02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174F0A-9AFA-065C-DD2D-1F960090792B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BFBC7A-93C5-82A7-C4C4-7AD1DDA50BB4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A892E1-9780-94E3-E701-7DC07781FD89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EEA6664-5A2B-301F-B2BB-8A54F2290633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4F019-A759-9901-34AE-CBA46594F690}"/>
              </a:ext>
            </a:extLst>
          </p:cNvPr>
          <p:cNvCxnSpPr>
            <a:cxnSpLocks/>
          </p:cNvCxnSpPr>
          <p:nvPr/>
        </p:nvCxnSpPr>
        <p:spPr>
          <a:xfrm>
            <a:off x="84978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2EC27898-971C-EB4B-65EE-8236397A3E34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285729F-F81B-FF7D-6AF9-324A68B71A07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AA466C1-66FD-FB4F-79DD-2E3E481726D0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E1C359C-1A01-8780-B46F-48CC706E96AF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A459AE3-B16E-D781-761E-BF0C35273BEE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 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A459AE3-B16E-D781-761E-BF0C35273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4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665E5632-3E2B-E9A7-2D69-C6E9C491E2EB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CB98992-841C-1EB6-0945-710C12E559BA}"/>
                  </a:ext>
                </a:extLst>
              </p:cNvPr>
              <p:cNvSpPr txBox="1"/>
              <p:nvPr/>
            </p:nvSpPr>
            <p:spPr>
              <a:xfrm>
                <a:off x="7801187" y="2994265"/>
                <a:ext cx="1100879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CB98992-841C-1EB6-0945-710C12E55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187" y="2994265"/>
                <a:ext cx="1100879" cy="277127"/>
              </a:xfrm>
              <a:prstGeom prst="rect">
                <a:avLst/>
              </a:prstGeom>
              <a:blipFill>
                <a:blip r:embed="rId5"/>
                <a:stretch>
                  <a:fillRect l="-4444" t="-2174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C7851FA-C62F-3B7F-69B8-5D9FB4A12958}"/>
                  </a:ext>
                </a:extLst>
              </p:cNvPr>
              <p:cNvSpPr txBox="1"/>
              <p:nvPr/>
            </p:nvSpPr>
            <p:spPr>
              <a:xfrm>
                <a:off x="7552957" y="2994265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C7851FA-C62F-3B7F-69B8-5D9FB4A12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957" y="2994265"/>
                <a:ext cx="235641" cy="277127"/>
              </a:xfrm>
              <a:prstGeom prst="rect">
                <a:avLst/>
              </a:prstGeom>
              <a:blipFill>
                <a:blip r:embed="rId6"/>
                <a:stretch>
                  <a:fillRect l="-17949" r="-17949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6655D2F-B949-8390-A1B5-2005B7A9ED81}"/>
                  </a:ext>
                </a:extLst>
              </p:cNvPr>
              <p:cNvSpPr txBox="1"/>
              <p:nvPr/>
            </p:nvSpPr>
            <p:spPr>
              <a:xfrm>
                <a:off x="8852783" y="3002118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6655D2F-B949-8390-A1B5-2005B7A9E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783" y="3002118"/>
                <a:ext cx="235641" cy="277127"/>
              </a:xfrm>
              <a:prstGeom prst="rect">
                <a:avLst/>
              </a:prstGeom>
              <a:blipFill>
                <a:blip r:embed="rId7"/>
                <a:stretch>
                  <a:fillRect l="-7692"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30500EF-5C18-16AE-9345-8D6746F306B5}"/>
                  </a:ext>
                </a:extLst>
              </p:cNvPr>
              <p:cNvSpPr txBox="1"/>
              <p:nvPr/>
            </p:nvSpPr>
            <p:spPr>
              <a:xfrm>
                <a:off x="8894092" y="3002385"/>
                <a:ext cx="98565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30500EF-5C18-16AE-9345-8D6746F30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092" y="3002385"/>
                <a:ext cx="985654" cy="277127"/>
              </a:xfrm>
              <a:prstGeom prst="rect">
                <a:avLst/>
              </a:prstGeom>
              <a:blipFill>
                <a:blip r:embed="rId8"/>
                <a:stretch>
                  <a:fillRect t="-444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57B8F55-8181-FE79-10BF-BD7BC5E39EE2}"/>
                  </a:ext>
                </a:extLst>
              </p:cNvPr>
              <p:cNvSpPr txBox="1"/>
              <p:nvPr/>
            </p:nvSpPr>
            <p:spPr>
              <a:xfrm>
                <a:off x="6708068" y="908720"/>
                <a:ext cx="3532570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57B8F55-8181-FE79-10BF-BD7BC5E39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068" y="908720"/>
                <a:ext cx="3532570" cy="5557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E429D9D7-B9F2-27A1-CE6F-5EE49982DFB3}"/>
              </a:ext>
            </a:extLst>
          </p:cNvPr>
          <p:cNvSpPr txBox="1"/>
          <p:nvPr/>
        </p:nvSpPr>
        <p:spPr>
          <a:xfrm>
            <a:off x="4943872" y="21594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ED3324F-E963-83D5-3625-B17CFF940420}"/>
              </a:ext>
            </a:extLst>
          </p:cNvPr>
          <p:cNvSpPr txBox="1"/>
          <p:nvPr/>
        </p:nvSpPr>
        <p:spPr>
          <a:xfrm>
            <a:off x="5699956" y="611396"/>
            <a:ext cx="5356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ingFang SC"/>
              </a:rPr>
              <a:t>Effective Mass Time</a:t>
            </a:r>
            <a:r>
              <a:rPr lang="en-US" altLang="zh-CN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ingFang SC"/>
              </a:rPr>
              <a:t> </a:t>
            </a:r>
            <a:r>
              <a:rPr lang="zh-CN" altLang="zh-CN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ingFang SC"/>
              </a:rPr>
              <a:t>Independent Schrödinger Equation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6BF680A-A357-038E-8D4D-52D20FD49673}"/>
              </a:ext>
            </a:extLst>
          </p:cNvPr>
          <p:cNvSpPr txBox="1"/>
          <p:nvPr/>
        </p:nvSpPr>
        <p:spPr>
          <a:xfrm>
            <a:off x="7957300" y="4725144"/>
            <a:ext cx="230832" cy="2771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11F6C39-0226-DD85-762D-455963031CBA}"/>
                  </a:ext>
                </a:extLst>
              </p:cNvPr>
              <p:cNvSpPr txBox="1"/>
              <p:nvPr/>
            </p:nvSpPr>
            <p:spPr>
              <a:xfrm>
                <a:off x="8691697" y="4401108"/>
                <a:ext cx="1137811" cy="818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11F6C39-0226-DD85-762D-455963031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697" y="4401108"/>
                <a:ext cx="1137811" cy="81881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FF168CE7-5962-9855-AF15-C50DEA656F69}"/>
              </a:ext>
            </a:extLst>
          </p:cNvPr>
          <p:cNvGrpSpPr/>
          <p:nvPr/>
        </p:nvGrpSpPr>
        <p:grpSpPr>
          <a:xfrm>
            <a:off x="9815966" y="4097118"/>
            <a:ext cx="200033" cy="464630"/>
            <a:chOff x="10186914" y="4097118"/>
            <a:chExt cx="200033" cy="464630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6A75C3C1-197E-1983-EBD8-1F6A811F847D}"/>
                </a:ext>
              </a:extLst>
            </p:cNvPr>
            <p:cNvSpPr/>
            <p:nvPr/>
          </p:nvSpPr>
          <p:spPr>
            <a:xfrm>
              <a:off x="10186914" y="4133123"/>
              <a:ext cx="200033" cy="428625"/>
            </a:xfrm>
            <a:custGeom>
              <a:avLst/>
              <a:gdLst>
                <a:gd name="csX0" fmla="*/ 47625 w 47625"/>
                <a:gd name="csY0" fmla="*/ 412750 h 412750"/>
                <a:gd name="csX1" fmla="*/ 0 w 47625"/>
                <a:gd name="csY1" fmla="*/ 0 h 412750"/>
                <a:gd name="csX0" fmla="*/ 47625 w 108236"/>
                <a:gd name="csY0" fmla="*/ 412750 h 412750"/>
                <a:gd name="csX1" fmla="*/ 107950 w 108236"/>
                <a:gd name="csY1" fmla="*/ 180975 h 412750"/>
                <a:gd name="csX2" fmla="*/ 0 w 108236"/>
                <a:gd name="csY2" fmla="*/ 0 h 412750"/>
                <a:gd name="csX0" fmla="*/ 47625 w 107967"/>
                <a:gd name="csY0" fmla="*/ 412750 h 412750"/>
                <a:gd name="csX1" fmla="*/ 107950 w 107967"/>
                <a:gd name="csY1" fmla="*/ 180975 h 412750"/>
                <a:gd name="csX2" fmla="*/ 0 w 107967"/>
                <a:gd name="csY2" fmla="*/ 0 h 412750"/>
                <a:gd name="csX0" fmla="*/ 47625 w 110393"/>
                <a:gd name="csY0" fmla="*/ 412750 h 412750"/>
                <a:gd name="csX1" fmla="*/ 107950 w 110393"/>
                <a:gd name="csY1" fmla="*/ 180975 h 412750"/>
                <a:gd name="csX2" fmla="*/ 0 w 110393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3220"/>
                <a:gd name="csY0" fmla="*/ 412750 h 412750"/>
                <a:gd name="csX1" fmla="*/ 107950 w 113220"/>
                <a:gd name="csY1" fmla="*/ 180975 h 412750"/>
                <a:gd name="csX2" fmla="*/ 0 w 113220"/>
                <a:gd name="csY2" fmla="*/ 0 h 412750"/>
                <a:gd name="csX0" fmla="*/ 47625 w 117658"/>
                <a:gd name="csY0" fmla="*/ 412750 h 412750"/>
                <a:gd name="csX1" fmla="*/ 112713 w 117658"/>
                <a:gd name="csY1" fmla="*/ 173037 h 412750"/>
                <a:gd name="csX2" fmla="*/ 0 w 117658"/>
                <a:gd name="csY2" fmla="*/ 0 h 412750"/>
                <a:gd name="csX0" fmla="*/ 47625 w 115669"/>
                <a:gd name="csY0" fmla="*/ 412750 h 412750"/>
                <a:gd name="csX1" fmla="*/ 112713 w 115669"/>
                <a:gd name="csY1" fmla="*/ 173037 h 412750"/>
                <a:gd name="csX2" fmla="*/ 0 w 115669"/>
                <a:gd name="csY2" fmla="*/ 0 h 412750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0033" h="428625">
                  <a:moveTo>
                    <a:pt x="130175" y="428625"/>
                  </a:moveTo>
                  <a:cubicBezTo>
                    <a:pt x="159280" y="375973"/>
                    <a:pt x="216959" y="260349"/>
                    <a:pt x="195263" y="188912"/>
                  </a:cubicBezTo>
                  <a:cubicBezTo>
                    <a:pt x="173567" y="117475"/>
                    <a:pt x="80962" y="21167"/>
                    <a:pt x="0" y="0"/>
                  </a:cubicBezTo>
                </a:path>
              </a:pathLst>
            </a:cu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233B8D9D-0214-2C6B-CD6C-2323113CF670}"/>
                </a:ext>
              </a:extLst>
            </p:cNvPr>
            <p:cNvCxnSpPr>
              <a:cxnSpLocks/>
            </p:cNvCxnSpPr>
            <p:nvPr/>
          </p:nvCxnSpPr>
          <p:spPr>
            <a:xfrm rot="7020000">
              <a:off x="10244957" y="4061114"/>
              <a:ext cx="72008" cy="144016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70EC910-0BFC-B3F2-0076-93DF989163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9747" y="4137878"/>
              <a:ext cx="40891" cy="120661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90A62D32-393E-E785-06E2-B186EFE146E9}"/>
              </a:ext>
            </a:extLst>
          </p:cNvPr>
          <p:cNvSpPr txBox="1"/>
          <p:nvPr/>
        </p:nvSpPr>
        <p:spPr>
          <a:xfrm>
            <a:off x="7941772" y="5569992"/>
            <a:ext cx="230832" cy="2771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7B6924E-A753-3456-9F12-5472778C6DCA}"/>
                  </a:ext>
                </a:extLst>
              </p:cNvPr>
              <p:cNvSpPr txBox="1"/>
              <p:nvPr/>
            </p:nvSpPr>
            <p:spPr>
              <a:xfrm>
                <a:off x="8512674" y="5564141"/>
                <a:ext cx="131683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7B6924E-A753-3456-9F12-5472778C6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674" y="5564141"/>
                <a:ext cx="1316834" cy="277127"/>
              </a:xfrm>
              <a:prstGeom prst="rect">
                <a:avLst/>
              </a:prstGeom>
              <a:blipFill>
                <a:blip r:embed="rId11"/>
                <a:stretch>
                  <a:fillRect l="-5556" t="-2222" r="-463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446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6" presetID="10" presetClass="exit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59259E-6 L 0.10782 -0.00139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91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6" grpId="0"/>
      <p:bldP spid="2" grpId="0"/>
      <p:bldP spid="5" grpId="0"/>
      <p:bldP spid="28" grpId="0"/>
      <p:bldP spid="29" grpId="0"/>
      <p:bldP spid="35" grpId="0"/>
      <p:bldP spid="36" grpId="0"/>
      <p:bldP spid="42" grpId="0"/>
      <p:bldP spid="4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3CC45-5547-8551-C988-BE17AC0F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762F37-50DD-E34C-7107-C53BCA6CD6CE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256FC73-46A7-4B2B-C77A-C3E522FC530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FCDC12D-5CAC-2DDB-5747-20DE45DA67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6360176-66E0-F9A0-B7CA-C89FDF5503F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3B326C1-2E1B-A7C7-70C2-B32092F02CC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8FC01AC-D9AD-EE62-1C6B-7E6EC14CE1A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20EBE21-D043-D87F-62C0-ED88B521C5E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86954AB7-7F70-890D-C937-25C7478A5172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A85DDBD6-34C2-FD14-FB30-DA06F46B66F3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9511DE3-CEB7-D36A-6282-6133FB5011BC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39B344C-A5B0-90AA-65B1-8D22F2623A36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48BAE3E-A478-CBA8-6152-A0B481D7DE00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3DE2A10-2244-2A89-F6BA-24B03B8D77B7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43C2CEA-719A-75AC-064D-66975CEDCDAD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458BA69-53A5-2D08-D598-770926246295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EAFA2D8-5F87-7718-E161-927183A05FC7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E738365-6335-0D72-2549-80DCCC80DAD8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A75BCBE3-59EC-0242-1D7B-F6FFFB8BB21E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52D7F84-CC5D-61F0-C1A4-0795C8D5641C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55EFBAB4-1234-8997-A081-AF585DF4EFD0}"/>
              </a:ext>
            </a:extLst>
          </p:cNvPr>
          <p:cNvSpPr/>
          <p:nvPr/>
        </p:nvSpPr>
        <p:spPr>
          <a:xfrm>
            <a:off x="0" y="1900826"/>
            <a:ext cx="744972" cy="1874698"/>
          </a:xfrm>
          <a:prstGeom prst="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A8C06C-B538-7AE7-BFB1-A6C3E49757DB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9D68455-7E77-F34B-F42B-2C68C831EDDC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49EE024-A745-D410-DEF8-BF073ED2BD45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DC17081-CE62-3D50-E9FF-E94ABE05E2A0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A83EBAA-E37B-14AD-3BB3-69A380B4FD6A}"/>
              </a:ext>
            </a:extLst>
          </p:cNvPr>
          <p:cNvSpPr/>
          <p:nvPr/>
        </p:nvSpPr>
        <p:spPr>
          <a:xfrm>
            <a:off x="32419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58DE98E-2148-22AE-B5F1-EA30A34B07A9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FEF231-9703-E5A8-020E-3D94632ABD8A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7AAC09-2472-28B7-CAFC-52181E21C8C8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DD9D349-F9DA-37C4-B165-6CB825F8D1D6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F32CEB4-6E7D-B18F-B3FA-54DDC1168E83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0E3E4F7-60D7-DE01-7BD1-67A88652B8A8}"/>
              </a:ext>
            </a:extLst>
          </p:cNvPr>
          <p:cNvCxnSpPr>
            <a:cxnSpLocks/>
          </p:cNvCxnSpPr>
          <p:nvPr/>
        </p:nvCxnSpPr>
        <p:spPr>
          <a:xfrm>
            <a:off x="84978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592EADA6-8248-FE90-3C20-A8329571A8E6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9536700-B353-6822-E327-876FF63BED34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888A872-3376-4636-5FDE-1144DB7992EE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5B93E72-67FE-5AED-146C-ED538431F23A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866FE54-1EE2-63B1-51F7-AD53CCC8D41B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866FE54-1EE2-63B1-51F7-AD53CCC8D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6A5E1D48-2FE5-5F07-BD4B-10F587FB1563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F743FE-EB54-9B26-D450-45A0ACA2D6D5}"/>
              </a:ext>
            </a:extLst>
          </p:cNvPr>
          <p:cNvSpPr txBox="1"/>
          <p:nvPr/>
        </p:nvSpPr>
        <p:spPr>
          <a:xfrm>
            <a:off x="4943872" y="68327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DA125-DE9F-38C3-CA89-7640D1EBFA4A}"/>
                  </a:ext>
                </a:extLst>
              </p:cNvPr>
              <p:cNvSpPr txBox="1"/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DA125-DE9F-38C3-CA89-7640D1EBF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blipFill>
                <a:blip r:embed="rId3"/>
                <a:stretch>
                  <a:fillRect l="-5556" t="-2174" r="-463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A68A10B-DCDD-6110-BD06-07058E32F1B6}"/>
                  </a:ext>
                </a:extLst>
              </p:cNvPr>
              <p:cNvSpPr txBox="1"/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A68A10B-DCDD-6110-BD06-07058E32F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416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6AF9-3363-B235-9E20-82931B64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A63816C-0D37-7771-AD3D-1E4E927356F6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01918B6-EA24-0457-E3CE-DFA3933A3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2885226-CBFB-CB40-6782-F7C3CBF1EF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9CC0212-F9EE-0155-30A0-E9423CF31EF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6A336F6-6A6E-C05C-7DF7-BAB12DCE61F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A927953-AE36-50C0-96DD-DED1DE4F917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B3B370C-355C-66F6-BBD1-D383139D986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FF5A86D-A228-FE24-B488-11994760923F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447CBF6-3419-30C7-A2EE-F3DDB1AE8563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8106390-4271-BA01-4966-F4C09CDAF088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F3E3D95-BF37-203E-DAF8-BD169829EAA9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F08B7E27-8378-AC5A-F782-3E294959E5ED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EE9543DC-B543-EC4E-34F9-87B617B25F10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093DDA7-9544-D4B0-4864-29E2FDD9AD0B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BCE6C50-05B6-EC6E-3B27-4DA53CB31608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04C8028-496B-4361-A6E6-8777A676E75A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1F078C22-7A59-24C9-B117-032624D92489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05B60550-4989-E274-3D18-5581AD4FCAE2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BCF1480-3983-6AB0-38E9-C6BBC2BB68E0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F2282F6-6E45-B60E-C1FF-2C5479402892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3E6438B-203B-BA68-F59C-C41421DE903C}"/>
              </a:ext>
            </a:extLst>
          </p:cNvPr>
          <p:cNvCxnSpPr/>
          <p:nvPr/>
        </p:nvCxnSpPr>
        <p:spPr>
          <a:xfrm flipV="1">
            <a:off x="4892629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6C7DDBB-D15F-ADFD-5167-234B40E4AF01}"/>
              </a:ext>
            </a:extLst>
          </p:cNvPr>
          <p:cNvCxnSpPr>
            <a:cxnSpLocks/>
          </p:cNvCxnSpPr>
          <p:nvPr/>
        </p:nvCxnSpPr>
        <p:spPr>
          <a:xfrm>
            <a:off x="-513633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B7DDE1D9-AD0F-B652-E891-1812E9A6EFD3}"/>
              </a:ext>
            </a:extLst>
          </p:cNvPr>
          <p:cNvSpPr/>
          <p:nvPr/>
        </p:nvSpPr>
        <p:spPr>
          <a:xfrm>
            <a:off x="4259796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4408DC7-1669-1C01-94AC-95D629A931D5}"/>
              </a:ext>
            </a:extLst>
          </p:cNvPr>
          <p:cNvSpPr/>
          <p:nvPr/>
        </p:nvSpPr>
        <p:spPr>
          <a:xfrm flipH="1">
            <a:off x="28590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DA59F6-80CB-C7A7-2ADE-67E8BB99E4DE}"/>
              </a:ext>
            </a:extLst>
          </p:cNvPr>
          <p:cNvSpPr txBox="1"/>
          <p:nvPr/>
        </p:nvSpPr>
        <p:spPr>
          <a:xfrm>
            <a:off x="4316565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69DD01A-558F-668A-0479-A44B89492158}"/>
              </a:ext>
            </a:extLst>
          </p:cNvPr>
          <p:cNvSpPr txBox="1"/>
          <p:nvPr/>
        </p:nvSpPr>
        <p:spPr>
          <a:xfrm>
            <a:off x="5000642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37929E-8C7F-8D4F-F07A-1B17BC0F5750}"/>
              </a:ext>
            </a:extLst>
          </p:cNvPr>
          <p:cNvSpPr txBox="1"/>
          <p:nvPr/>
        </p:nvSpPr>
        <p:spPr>
          <a:xfrm>
            <a:off x="5989500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1A89706-BE31-22C8-9814-2E2F095D2D7C}"/>
              </a:ext>
            </a:extLst>
          </p:cNvPr>
          <p:cNvCxnSpPr>
            <a:cxnSpLocks/>
          </p:cNvCxnSpPr>
          <p:nvPr/>
        </p:nvCxnSpPr>
        <p:spPr>
          <a:xfrm>
            <a:off x="-578979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F809AA0-F335-8C37-6C9A-C5A63E2CCDB1}"/>
              </a:ext>
            </a:extLst>
          </p:cNvPr>
          <p:cNvCxnSpPr>
            <a:cxnSpLocks/>
          </p:cNvCxnSpPr>
          <p:nvPr/>
        </p:nvCxnSpPr>
        <p:spPr>
          <a:xfrm>
            <a:off x="4246203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1B47751E-4CA8-0AB5-C97D-3ED8856F24EF}"/>
              </a:ext>
            </a:extLst>
          </p:cNvPr>
          <p:cNvSpPr/>
          <p:nvPr/>
        </p:nvSpPr>
        <p:spPr>
          <a:xfrm>
            <a:off x="4909682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E4337C4-1BE5-9C12-FE8B-08AB10B90BDD}"/>
              </a:ext>
            </a:extLst>
          </p:cNvPr>
          <p:cNvCxnSpPr>
            <a:cxnSpLocks/>
          </p:cNvCxnSpPr>
          <p:nvPr/>
        </p:nvCxnSpPr>
        <p:spPr>
          <a:xfrm>
            <a:off x="4906223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E727EA3-62B6-8A49-7A91-693479A03F0F}"/>
              </a:ext>
            </a:extLst>
          </p:cNvPr>
          <p:cNvCxnSpPr>
            <a:cxnSpLocks/>
          </p:cNvCxnSpPr>
          <p:nvPr/>
        </p:nvCxnSpPr>
        <p:spPr>
          <a:xfrm>
            <a:off x="4892629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31C1846-8ECE-6936-A497-7FC864AEF70E}"/>
              </a:ext>
            </a:extLst>
          </p:cNvPr>
          <p:cNvCxnSpPr>
            <a:cxnSpLocks/>
          </p:cNvCxnSpPr>
          <p:nvPr/>
        </p:nvCxnSpPr>
        <p:spPr>
          <a:xfrm>
            <a:off x="5792729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8558C33-183F-25C8-30F7-0AD1FD87D17A}"/>
                  </a:ext>
                </a:extLst>
              </p:cNvPr>
              <p:cNvSpPr txBox="1"/>
              <p:nvPr/>
            </p:nvSpPr>
            <p:spPr>
              <a:xfrm>
                <a:off x="4984661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8558C33-183F-25C8-30F7-0AD1FD87D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661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FC0F54D0-8F1E-6238-3BC1-8A35AF0089D3}"/>
              </a:ext>
            </a:extLst>
          </p:cNvPr>
          <p:cNvSpPr txBox="1"/>
          <p:nvPr/>
        </p:nvSpPr>
        <p:spPr>
          <a:xfrm>
            <a:off x="4971434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45E217-FD65-463F-18C4-D7555D6EBA2E}"/>
              </a:ext>
            </a:extLst>
          </p:cNvPr>
          <p:cNvSpPr txBox="1"/>
          <p:nvPr/>
        </p:nvSpPr>
        <p:spPr>
          <a:xfrm>
            <a:off x="4943872" y="68327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7D57F96-DF30-F218-8246-23AA6D6EB2E4}"/>
                  </a:ext>
                </a:extLst>
              </p:cNvPr>
              <p:cNvSpPr txBox="1"/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7D57F96-DF30-F218-8246-23AA6D6EB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blipFill>
                <a:blip r:embed="rId3"/>
                <a:stretch>
                  <a:fillRect l="-5556" t="-2174" r="-463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055CEAB-1808-9973-4BCE-453B34E550CC}"/>
                  </a:ext>
                </a:extLst>
              </p:cNvPr>
              <p:cNvSpPr txBox="1"/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055CEAB-1808-9973-4BCE-453B34E55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DB683380-C1F6-D322-28A2-495A989E3CF1}"/>
              </a:ext>
            </a:extLst>
          </p:cNvPr>
          <p:cNvSpPr>
            <a:spLocks noChangeAspect="1"/>
          </p:cNvSpPr>
          <p:nvPr/>
        </p:nvSpPr>
        <p:spPr>
          <a:xfrm>
            <a:off x="3693998" y="2767617"/>
            <a:ext cx="1201408" cy="394544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453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25000" decel="2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05795 -0.0016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D7E7-DB99-DD43-86CE-23C8C0DE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FD3A5C8-7BB7-7A62-293C-377354C51DF0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360CB4E-F0A8-A755-863A-9925998EBE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22AE564-3D8F-E792-365A-D8F8A00B9E5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6F052DD-9B91-0372-9BFA-1108A80709C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6C429DE-61E1-F1EE-46FD-BF404BC3F4A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21BB64F-9BFD-0524-8A55-0030DF7FE2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598C5C4-CA24-C3A8-F662-AE7CB41DFCD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786E260-1718-6307-D842-C86725AFC522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3D0F902-8175-C058-0906-BD028B082BB4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5D93684-230F-DEE8-0F94-6CEB28AE378A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29C5A54-74DF-F344-4359-BD2D33A43972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091261E-B885-B38E-8613-82FC6ACB2C88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E115CB0-DD37-0017-93F1-5EDB046C7990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1EC53B7-A52C-80A5-3BBF-1A6C769BF781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EED0BE3-35A7-8CE4-91D2-C0C1F120EF3A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A3A6E23-26F6-B3CA-AC2B-4A2032F692FB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56CAAEE-E72F-0BD4-C5F7-95E80B37DCD3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8434393-30A8-7862-B372-EBDE2B6643E8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0A21835-F621-2D21-F60C-B67B1309A6A5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BEC97273-BDB1-63D8-155A-D9A98E3F610F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3000419-92F8-3357-9E54-BF7E169522A2}"/>
              </a:ext>
            </a:extLst>
          </p:cNvPr>
          <p:cNvCxnSpPr/>
          <p:nvPr/>
        </p:nvCxnSpPr>
        <p:spPr>
          <a:xfrm flipV="1">
            <a:off x="4892629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54B3E18-E975-B81F-CD5A-C8CDE0909561}"/>
              </a:ext>
            </a:extLst>
          </p:cNvPr>
          <p:cNvCxnSpPr>
            <a:cxnSpLocks/>
          </p:cNvCxnSpPr>
          <p:nvPr/>
        </p:nvCxnSpPr>
        <p:spPr>
          <a:xfrm>
            <a:off x="-513633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E83B6DF7-F928-EE7C-AEE1-F65EBDFD05A4}"/>
              </a:ext>
            </a:extLst>
          </p:cNvPr>
          <p:cNvSpPr/>
          <p:nvPr/>
        </p:nvSpPr>
        <p:spPr>
          <a:xfrm>
            <a:off x="4259796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DB02B46-4056-2E4C-691D-BD88BB5FA84A}"/>
              </a:ext>
            </a:extLst>
          </p:cNvPr>
          <p:cNvSpPr/>
          <p:nvPr/>
        </p:nvSpPr>
        <p:spPr>
          <a:xfrm flipH="1">
            <a:off x="28590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EFC842-76FF-2E44-4904-526C17262468}"/>
              </a:ext>
            </a:extLst>
          </p:cNvPr>
          <p:cNvSpPr txBox="1"/>
          <p:nvPr/>
        </p:nvSpPr>
        <p:spPr>
          <a:xfrm>
            <a:off x="4316565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9D6B99-DF14-2304-ECA7-B2059987B68B}"/>
              </a:ext>
            </a:extLst>
          </p:cNvPr>
          <p:cNvSpPr txBox="1"/>
          <p:nvPr/>
        </p:nvSpPr>
        <p:spPr>
          <a:xfrm>
            <a:off x="5000642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3CF9F4-ED24-FF35-E2DB-49E7E1F8ECE3}"/>
              </a:ext>
            </a:extLst>
          </p:cNvPr>
          <p:cNvSpPr txBox="1"/>
          <p:nvPr/>
        </p:nvSpPr>
        <p:spPr>
          <a:xfrm>
            <a:off x="5989500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365A95C-280B-9052-7487-28836CBB36EE}"/>
              </a:ext>
            </a:extLst>
          </p:cNvPr>
          <p:cNvCxnSpPr>
            <a:cxnSpLocks/>
          </p:cNvCxnSpPr>
          <p:nvPr/>
        </p:nvCxnSpPr>
        <p:spPr>
          <a:xfrm>
            <a:off x="-578979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D085C539-0199-A76B-5DA2-55ED399D4E20}"/>
              </a:ext>
            </a:extLst>
          </p:cNvPr>
          <p:cNvSpPr/>
          <p:nvPr/>
        </p:nvSpPr>
        <p:spPr>
          <a:xfrm>
            <a:off x="4909682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086474F-E0C7-E9D8-297E-FE0AC61DCF76}"/>
              </a:ext>
            </a:extLst>
          </p:cNvPr>
          <p:cNvCxnSpPr>
            <a:cxnSpLocks/>
          </p:cNvCxnSpPr>
          <p:nvPr/>
        </p:nvCxnSpPr>
        <p:spPr>
          <a:xfrm>
            <a:off x="4906223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8FAA1F9-9555-8236-488B-6BD2B754DD64}"/>
              </a:ext>
            </a:extLst>
          </p:cNvPr>
          <p:cNvCxnSpPr>
            <a:cxnSpLocks/>
          </p:cNvCxnSpPr>
          <p:nvPr/>
        </p:nvCxnSpPr>
        <p:spPr>
          <a:xfrm>
            <a:off x="4892629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80D9EA6-D522-4D67-D0FD-40A05062353B}"/>
              </a:ext>
            </a:extLst>
          </p:cNvPr>
          <p:cNvCxnSpPr>
            <a:cxnSpLocks/>
          </p:cNvCxnSpPr>
          <p:nvPr/>
        </p:nvCxnSpPr>
        <p:spPr>
          <a:xfrm>
            <a:off x="5792729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0BDF6E2-8EF9-796D-B7CA-A1618D026A43}"/>
                  </a:ext>
                </a:extLst>
              </p:cNvPr>
              <p:cNvSpPr txBox="1"/>
              <p:nvPr/>
            </p:nvSpPr>
            <p:spPr>
              <a:xfrm>
                <a:off x="4984661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0BDF6E2-8EF9-796D-B7CA-A1618D026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661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ED395E1A-33A1-CA32-470C-4D6ECD87C678}"/>
              </a:ext>
            </a:extLst>
          </p:cNvPr>
          <p:cNvSpPr txBox="1"/>
          <p:nvPr/>
        </p:nvSpPr>
        <p:spPr>
          <a:xfrm>
            <a:off x="4971434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DDEF0F4-BF58-6825-5E80-7366A625CF9B}"/>
              </a:ext>
            </a:extLst>
          </p:cNvPr>
          <p:cNvSpPr txBox="1"/>
          <p:nvPr/>
        </p:nvSpPr>
        <p:spPr>
          <a:xfrm>
            <a:off x="4943872" y="68327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0B8AF9A-734F-153E-5107-0EC2D724DA12}"/>
                  </a:ext>
                </a:extLst>
              </p:cNvPr>
              <p:cNvSpPr txBox="1"/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0B8AF9A-734F-153E-5107-0EC2D724D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674" y="697750"/>
                <a:ext cx="1316834" cy="277127"/>
              </a:xfrm>
              <a:prstGeom prst="rect">
                <a:avLst/>
              </a:prstGeom>
              <a:blipFill>
                <a:blip r:embed="rId3"/>
                <a:stretch>
                  <a:fillRect l="-5556" t="-2174" r="-463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01E8C46-8080-3025-114B-893BDBE732DC}"/>
                  </a:ext>
                </a:extLst>
              </p:cNvPr>
              <p:cNvSpPr txBox="1"/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01E8C46-8080-3025-114B-893BDBE73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407" y="1230232"/>
                <a:ext cx="4034310" cy="1095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663A7933-94D5-AFF4-F535-DBB717D22849}"/>
              </a:ext>
            </a:extLst>
          </p:cNvPr>
          <p:cNvSpPr>
            <a:spLocks noChangeAspect="1"/>
          </p:cNvSpPr>
          <p:nvPr/>
        </p:nvSpPr>
        <p:spPr>
          <a:xfrm>
            <a:off x="4055388" y="2893662"/>
            <a:ext cx="1201408" cy="126265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C74D410-B31E-D34F-9546-ECB918075959}"/>
              </a:ext>
            </a:extLst>
          </p:cNvPr>
          <p:cNvCxnSpPr>
            <a:cxnSpLocks/>
          </p:cNvCxnSpPr>
          <p:nvPr/>
        </p:nvCxnSpPr>
        <p:spPr>
          <a:xfrm>
            <a:off x="4246203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037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D393-0E9C-39F5-F3D7-A844330C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9733338-D54F-8891-722B-E0294CE71333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E2EF026-494F-0317-1656-5C95A6B1533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AA603C5-E9AD-4A2C-C50A-5CB1466D8C7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74F33E8-A249-995C-0CAA-F64C86C0C9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B214CD8-675B-3B6F-1D80-1C46BF611B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A1445C55-A250-42F9-172E-D1C5608B69E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4FDFA10E-18FA-3362-C4C8-5F61892C8CB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6630257-81DF-7832-0085-C357199F277B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4792A9-EA9D-D272-2638-F0EB589DA309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CBDACB8-F525-FCAA-DA93-0E97330F0FE3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81411D0-B51C-E358-B55A-67CBFAE40A12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71D94BE-0DFD-1D31-2295-496EF7505B74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443748A1-63ED-B06D-14E4-E113A644FB73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47A4FB5C-0A33-0EB5-EF76-2BF0FF1B9384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C5596ED4-6F06-9492-1777-9E7B96484CB7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5EDECB1-7D50-8D6B-99B6-996B636EC92C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3DA7868-7AF9-95E3-7B36-146D85429C69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B36EF739-318C-6305-9013-B8A72A6A60C6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6E6D5810-9DA3-E99A-F7C9-5B2BFAE7A73D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19179FBA-8E7F-9105-0EA4-9A2DC05413FD}"/>
              </a:ext>
            </a:extLst>
          </p:cNvPr>
          <p:cNvSpPr/>
          <p:nvPr/>
        </p:nvSpPr>
        <p:spPr>
          <a:xfrm>
            <a:off x="731403" y="1880830"/>
            <a:ext cx="926401" cy="1894694"/>
          </a:xfrm>
          <a:prstGeom prst="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01CBBA-BE13-280F-EA00-1C749495EB65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8E06227-423E-FEBC-86AC-377154810174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B63821B-E3C1-A030-43EE-92FCEF33C253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62FDE302-7690-0F24-0FDF-A2D30EE6980A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A443E87-9814-0E0A-7B9A-12EF7E12D03A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708FCE-97B8-4080-AD42-4AE92BA9E0C1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44FE51C-12EC-F070-F967-CAD3103B41DB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93CC78-81F1-F2F3-081F-A1ECBFC7BF45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AEE92E2-8717-9773-BE79-E0CC3BE63D80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77D5796-ABE8-9BC4-03D4-E44A0B5DAE57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596468B-A866-67FA-BB00-9B283EA79B9B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CF401EC-8017-FEF3-DD30-B83C4EFCE193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D61C63-4205-A9ED-4244-281BD33603AA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D61C63-4205-A9ED-4244-281BD3360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E7F99FA0-42D5-3C9C-968F-5808C6604C74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8911898-E9A8-A193-00D1-C2E873D10A16}"/>
                  </a:ext>
                </a:extLst>
              </p:cNvPr>
              <p:cNvSpPr txBox="1"/>
              <p:nvPr/>
            </p:nvSpPr>
            <p:spPr>
              <a:xfrm>
                <a:off x="6708068" y="908720"/>
                <a:ext cx="3532570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8911898-E9A8-A193-00D1-C2E873D10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068" y="908720"/>
                <a:ext cx="3532570" cy="5557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ECC9DEAA-4EF5-F238-EF6C-829927FD8B2D}"/>
              </a:ext>
            </a:extLst>
          </p:cNvPr>
          <p:cNvSpPr txBox="1"/>
          <p:nvPr/>
        </p:nvSpPr>
        <p:spPr>
          <a:xfrm>
            <a:off x="4943872" y="21594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683CABC-02D8-7CC0-8B0C-F768D94175E9}"/>
              </a:ext>
            </a:extLst>
          </p:cNvPr>
          <p:cNvSpPr txBox="1"/>
          <p:nvPr/>
        </p:nvSpPr>
        <p:spPr>
          <a:xfrm>
            <a:off x="5699956" y="611396"/>
            <a:ext cx="5356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ingFang SC"/>
              </a:rPr>
              <a:t>Effective Mass Time</a:t>
            </a:r>
            <a:r>
              <a:rPr lang="en-US" altLang="zh-CN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ingFang SC"/>
              </a:rPr>
              <a:t> </a:t>
            </a:r>
            <a:r>
              <a:rPr lang="zh-CN" altLang="zh-CN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ingFang SC"/>
              </a:rPr>
              <a:t>Independent Schrödinger Equation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FFCFBE5-69BB-2840-8D51-5292E91BFEAC}"/>
              </a:ext>
            </a:extLst>
          </p:cNvPr>
          <p:cNvSpPr/>
          <p:nvPr/>
        </p:nvSpPr>
        <p:spPr>
          <a:xfrm>
            <a:off x="239608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30E686C-EB95-A91A-F08C-96C876311AAC}"/>
              </a:ext>
            </a:extLst>
          </p:cNvPr>
          <p:cNvCxnSpPr>
            <a:cxnSpLocks/>
          </p:cNvCxnSpPr>
          <p:nvPr/>
        </p:nvCxnSpPr>
        <p:spPr>
          <a:xfrm>
            <a:off x="292167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81449B-065E-9C55-02A1-A09BB5489016}"/>
                  </a:ext>
                </a:extLst>
              </p:cNvPr>
              <p:cNvSpPr txBox="1"/>
              <p:nvPr/>
            </p:nvSpPr>
            <p:spPr>
              <a:xfrm>
                <a:off x="6348028" y="2621179"/>
                <a:ext cx="946990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81449B-065E-9C55-02A1-A09BB548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028" y="2621179"/>
                <a:ext cx="946990" cy="5557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46473EA-D913-A89E-8383-483EAE6613F2}"/>
                  </a:ext>
                </a:extLst>
              </p:cNvPr>
              <p:cNvSpPr txBox="1"/>
              <p:nvPr/>
            </p:nvSpPr>
            <p:spPr>
              <a:xfrm>
                <a:off x="7507244" y="2798512"/>
                <a:ext cx="591700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46473EA-D913-A89E-8383-483EAE661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244" y="2798512"/>
                <a:ext cx="591700" cy="277127"/>
              </a:xfrm>
              <a:prstGeom prst="rect">
                <a:avLst/>
              </a:prstGeom>
              <a:blipFill>
                <a:blip r:embed="rId5"/>
                <a:stretch>
                  <a:fillRect l="-9278" t="-2174" r="-2062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75FF9B2-968D-E145-4722-76E6C5B63A6F}"/>
                  </a:ext>
                </a:extLst>
              </p:cNvPr>
              <p:cNvSpPr txBox="1"/>
              <p:nvPr/>
            </p:nvSpPr>
            <p:spPr>
              <a:xfrm>
                <a:off x="7275401" y="2798512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75FF9B2-968D-E145-4722-76E6C5B63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01" y="2798512"/>
                <a:ext cx="235641" cy="277127"/>
              </a:xfrm>
              <a:prstGeom prst="rect">
                <a:avLst/>
              </a:prstGeom>
              <a:blipFill>
                <a:blip r:embed="rId6"/>
                <a:stretch>
                  <a:fillRect l="-17949" r="-17949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A8E5F4B-520B-D0CA-89D7-305D94247E7A}"/>
                  </a:ext>
                </a:extLst>
              </p:cNvPr>
              <p:cNvSpPr txBox="1"/>
              <p:nvPr/>
            </p:nvSpPr>
            <p:spPr>
              <a:xfrm>
                <a:off x="8119423" y="2806365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A8E5F4B-520B-D0CA-89D7-305D94247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423" y="2806365"/>
                <a:ext cx="235641" cy="277127"/>
              </a:xfrm>
              <a:prstGeom prst="rect">
                <a:avLst/>
              </a:prstGeom>
              <a:blipFill>
                <a:blip r:embed="rId7"/>
                <a:stretch>
                  <a:fillRect l="-10256" r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B4F358-422C-A4D7-5FB3-55EA15BDCEA7}"/>
                  </a:ext>
                </a:extLst>
              </p:cNvPr>
              <p:cNvSpPr txBox="1"/>
              <p:nvPr/>
            </p:nvSpPr>
            <p:spPr>
              <a:xfrm>
                <a:off x="8160732" y="2806632"/>
                <a:ext cx="729238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B4F358-422C-A4D7-5FB3-55EA15BDC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732" y="2806632"/>
                <a:ext cx="729238" cy="277127"/>
              </a:xfrm>
              <a:prstGeom prst="rect">
                <a:avLst/>
              </a:prstGeom>
              <a:blipFill>
                <a:blip r:embed="rId8"/>
                <a:stretch>
                  <a:fillRect t="-2174" r="-2521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98B2467-0BCE-155A-06C5-75B9E6CF2ABC}"/>
                  </a:ext>
                </a:extLst>
              </p:cNvPr>
              <p:cNvSpPr txBox="1"/>
              <p:nvPr/>
            </p:nvSpPr>
            <p:spPr>
              <a:xfrm>
                <a:off x="8845624" y="2798512"/>
                <a:ext cx="235641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98B2467-0BCE-155A-06C5-75B9E6CF2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624" y="2798512"/>
                <a:ext cx="235641" cy="277127"/>
              </a:xfrm>
              <a:prstGeom prst="rect">
                <a:avLst/>
              </a:prstGeom>
              <a:blipFill>
                <a:blip r:embed="rId9"/>
                <a:stretch>
                  <a:fillRect l="-2564" r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F775577-3C8E-6136-C877-E70AB18BB728}"/>
                  </a:ext>
                </a:extLst>
              </p:cNvPr>
              <p:cNvSpPr txBox="1"/>
              <p:nvPr/>
            </p:nvSpPr>
            <p:spPr>
              <a:xfrm>
                <a:off x="8158387" y="2814039"/>
                <a:ext cx="2102344" cy="2771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𝐼𝐼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F775577-3C8E-6136-C877-E70AB18BB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387" y="2814039"/>
                <a:ext cx="2102344" cy="277127"/>
              </a:xfrm>
              <a:prstGeom prst="rect">
                <a:avLst/>
              </a:prstGeom>
              <a:blipFill>
                <a:blip r:embed="rId10"/>
                <a:stretch>
                  <a:fillRect l="-2319" t="-444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本框 56">
            <a:extLst>
              <a:ext uri="{FF2B5EF4-FFF2-40B4-BE49-F238E27FC236}">
                <a16:creationId xmlns:a16="http://schemas.microsoft.com/office/drawing/2014/main" id="{1DBDBC31-B423-6384-EAD8-2D85FDB534B5}"/>
              </a:ext>
            </a:extLst>
          </p:cNvPr>
          <p:cNvSpPr txBox="1"/>
          <p:nvPr/>
        </p:nvSpPr>
        <p:spPr>
          <a:xfrm>
            <a:off x="4981368" y="3419580"/>
            <a:ext cx="57637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936D177-EDC8-4B19-1DF5-1771376D961E}"/>
                  </a:ext>
                </a:extLst>
              </p:cNvPr>
              <p:cNvSpPr txBox="1"/>
              <p:nvPr/>
            </p:nvSpPr>
            <p:spPr>
              <a:xfrm>
                <a:off x="4621638" y="3419580"/>
                <a:ext cx="2891644" cy="369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936D177-EDC8-4B19-1DF5-1771376D9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638" y="3419580"/>
                <a:ext cx="2891644" cy="3694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>
            <a:extLst>
              <a:ext uri="{FF2B5EF4-FFF2-40B4-BE49-F238E27FC236}">
                <a16:creationId xmlns:a16="http://schemas.microsoft.com/office/drawing/2014/main" id="{B0328A07-09DB-6748-3E25-5318C2615CB2}"/>
              </a:ext>
            </a:extLst>
          </p:cNvPr>
          <p:cNvSpPr txBox="1"/>
          <p:nvPr/>
        </p:nvSpPr>
        <p:spPr>
          <a:xfrm>
            <a:off x="5010134" y="4171889"/>
            <a:ext cx="47560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93A72C7B-6ECA-B2F3-ED6D-D3321BE39715}"/>
                  </a:ext>
                </a:extLst>
              </p:cNvPr>
              <p:cNvSpPr txBox="1"/>
              <p:nvPr/>
            </p:nvSpPr>
            <p:spPr>
              <a:xfrm>
                <a:off x="4182908" y="3838673"/>
                <a:ext cx="8465820" cy="911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93A72C7B-6ECA-B2F3-ED6D-D3321BE39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908" y="3838673"/>
                <a:ext cx="8465820" cy="9111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本框 63">
            <a:extLst>
              <a:ext uri="{FF2B5EF4-FFF2-40B4-BE49-F238E27FC236}">
                <a16:creationId xmlns:a16="http://schemas.microsoft.com/office/drawing/2014/main" id="{D258CF3D-9D12-805E-0BC9-2632824F36D9}"/>
              </a:ext>
            </a:extLst>
          </p:cNvPr>
          <p:cNvSpPr txBox="1"/>
          <p:nvPr/>
        </p:nvSpPr>
        <p:spPr>
          <a:xfrm>
            <a:off x="5089690" y="4977172"/>
            <a:ext cx="230832" cy="2771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A85B8EF-FABD-6DD7-7EF0-ED0B97B11244}"/>
                  </a:ext>
                </a:extLst>
              </p:cNvPr>
              <p:cNvSpPr txBox="1"/>
              <p:nvPr/>
            </p:nvSpPr>
            <p:spPr>
              <a:xfrm>
                <a:off x="7337252" y="5024081"/>
                <a:ext cx="1396536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A85B8EF-FABD-6DD7-7EF0-ED0B97B11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252" y="5024081"/>
                <a:ext cx="1396536" cy="277127"/>
              </a:xfrm>
              <a:prstGeom prst="rect">
                <a:avLst/>
              </a:prstGeom>
              <a:blipFill>
                <a:blip r:embed="rId13"/>
                <a:stretch>
                  <a:fillRect l="-5240" t="-2174" r="-437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EA7C033-8D7D-90BF-D080-277A84C42089}"/>
                  </a:ext>
                </a:extLst>
              </p:cNvPr>
              <p:cNvSpPr txBox="1"/>
              <p:nvPr/>
            </p:nvSpPr>
            <p:spPr>
              <a:xfrm>
                <a:off x="3497886" y="5608835"/>
                <a:ext cx="8694114" cy="911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EA7C033-8D7D-90BF-D080-277A84C42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886" y="5608835"/>
                <a:ext cx="8694114" cy="9111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917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96296E-6 L 0.05065 0.00093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6" y="4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59259E-6 L 0.05052 0.0004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0.12761 0.00139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8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0.06263 0.00162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3" grpId="0" animBg="1"/>
      <p:bldP spid="3" grpId="0"/>
      <p:bldP spid="8" grpId="0"/>
      <p:bldP spid="9" grpId="0"/>
      <p:bldP spid="53" grpId="0"/>
      <p:bldP spid="55" grpId="0" animBg="1"/>
      <p:bldP spid="57" grpId="0"/>
      <p:bldP spid="59" grpId="0"/>
      <p:bldP spid="61" grpId="0"/>
      <p:bldP spid="63" grpId="0"/>
      <p:bldP spid="64" grpId="0"/>
      <p:bldP spid="65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D067D-4FD3-F5DA-D5EE-5E51E5DA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BE87E76-70C3-DB1B-9714-25CBDDB01C1C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9FE75B9-6333-08B8-433E-0D253FBA7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B5AEB3B-C185-F0AF-5E1D-A57D866C8B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2ABC82F-ED82-55C4-BDAB-85440FBE4B3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82E264F-210C-8ABC-6907-7FDA94663FB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130245F-A842-33AE-8343-B7393D0FC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703F81B-DA0A-5677-B689-7DD5F574A08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EC5859B-D4C5-ABD3-96AB-85515EBD5343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68B4107-3A95-91E5-54AC-4802AE62878C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A4BD427-F568-69BA-348F-A7821DA708AF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F1C630B4-6363-54D4-16F2-CFE56FC39680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5DFE488-D493-1BF0-CBB1-D52496A6466C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624DBF0-550B-2BFD-6E8C-A8B8F933303E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408CDBE-4BFA-200D-3837-0F1A06727CE7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6353D245-DFF4-B174-655B-E3BCE561804B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2C6D022-E6A6-C005-EEB4-045E53EC40D0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773B135-8D26-ACF8-49AB-5A04781BF517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6632F2A-28D7-695F-A1D9-2A5E7125ADFD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A3D826F5-5CBE-ACCC-0D4C-2DBE17249D1E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FCAC6039-E442-BA41-B976-87994D9923C7}"/>
              </a:ext>
            </a:extLst>
          </p:cNvPr>
          <p:cNvSpPr/>
          <p:nvPr/>
        </p:nvSpPr>
        <p:spPr>
          <a:xfrm>
            <a:off x="1667507" y="1900826"/>
            <a:ext cx="2556283" cy="1874698"/>
          </a:xfrm>
          <a:prstGeom prst="rect">
            <a:avLst/>
          </a:prstGeom>
          <a:gradFill>
            <a:gsLst>
              <a:gs pos="0">
                <a:srgbClr val="A50021">
                  <a:alpha val="41961"/>
                </a:srgbClr>
              </a:gs>
              <a:gs pos="80000">
                <a:schemeClr val="tx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C1048C-0335-2DB6-058B-9F3C558A729A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14C113-A188-9256-EF98-B10C86D1D4A8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49C0C7D-BB54-FB1C-3141-F591A92BC7C7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7186206-CCD1-B64B-E2F4-378C79E2342F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B7CDF0A-BB05-45B1-6CF6-16E4DB412A7D}"/>
              </a:ext>
            </a:extLst>
          </p:cNvPr>
          <p:cNvSpPr/>
          <p:nvPr/>
        </p:nvSpPr>
        <p:spPr>
          <a:xfrm>
            <a:off x="1859788" y="290694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5C3AAD1B-CB72-D97F-F2B0-8D6D616DC5AD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8975E6-1075-A200-3860-66870023CD66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546633-3196-FF0C-0DE5-DE2CE7CD464F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E0B1715-E6F6-6A32-73CE-4101A3D9C610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5D4BDD2-659E-396B-B41E-2370C58D05F2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8BF0358-F23D-2DF5-A72E-A10461866D4C}"/>
              </a:ext>
            </a:extLst>
          </p:cNvPr>
          <p:cNvCxnSpPr>
            <a:cxnSpLocks/>
          </p:cNvCxnSpPr>
          <p:nvPr/>
        </p:nvCxnSpPr>
        <p:spPr>
          <a:xfrm>
            <a:off x="1912347" y="2963134"/>
            <a:ext cx="295221" cy="569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060B3C7-F567-6AD8-428E-B22676D5A86B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F13F465-F966-2AA4-178B-201F746171B2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EA58505-C64A-20B0-6257-BC7B5EF1D839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138B962-97A7-EE45-B20B-43E28DE623EE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6047C6C-C0CF-D866-6BA7-28AABD5D83FF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6047C6C-C0CF-D866-6BA7-28AABD5D8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38B22AD-CAC8-BE10-FE7A-4122417D2D81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F664288-C161-0A4C-1DDE-464AD308C0CB}"/>
                  </a:ext>
                </a:extLst>
              </p:cNvPr>
              <p:cNvSpPr txBox="1"/>
              <p:nvPr/>
            </p:nvSpPr>
            <p:spPr>
              <a:xfrm>
                <a:off x="6708068" y="908720"/>
                <a:ext cx="3532570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F664288-C161-0A4C-1DDE-464AD308C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068" y="908720"/>
                <a:ext cx="3532570" cy="5557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818668BE-38FA-586E-3771-3EA7951D465C}"/>
              </a:ext>
            </a:extLst>
          </p:cNvPr>
          <p:cNvSpPr txBox="1"/>
          <p:nvPr/>
        </p:nvSpPr>
        <p:spPr>
          <a:xfrm>
            <a:off x="4943872" y="21594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3C8C75A-D1EC-5045-7694-37A95BB078AE}"/>
              </a:ext>
            </a:extLst>
          </p:cNvPr>
          <p:cNvSpPr txBox="1"/>
          <p:nvPr/>
        </p:nvSpPr>
        <p:spPr>
          <a:xfrm>
            <a:off x="5699956" y="611396"/>
            <a:ext cx="5356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ingFang SC"/>
              </a:rPr>
              <a:t>Effective Mass Time</a:t>
            </a:r>
            <a:r>
              <a:rPr lang="en-US" altLang="zh-CN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ingFang SC"/>
              </a:rPr>
              <a:t> </a:t>
            </a:r>
            <a:r>
              <a:rPr lang="zh-CN" altLang="zh-CN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ingFang SC"/>
              </a:rPr>
              <a:t>Independent Schrödinger Equation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22510BB-78DB-7786-57E0-2E19FA3D4375}"/>
                  </a:ext>
                </a:extLst>
              </p:cNvPr>
              <p:cNvSpPr txBox="1"/>
              <p:nvPr/>
            </p:nvSpPr>
            <p:spPr>
              <a:xfrm>
                <a:off x="4107372" y="3122980"/>
                <a:ext cx="8465418" cy="378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22510BB-78DB-7786-57E0-2E19FA3D4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372" y="3122980"/>
                <a:ext cx="8465418" cy="378309"/>
              </a:xfrm>
              <a:prstGeom prst="rect">
                <a:avLst/>
              </a:prstGeom>
              <a:blipFill>
                <a:blip r:embed="rId4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945D2B5B-41DB-4F37-7D43-641B4B5B6CC4}"/>
              </a:ext>
            </a:extLst>
          </p:cNvPr>
          <p:cNvSpPr txBox="1"/>
          <p:nvPr/>
        </p:nvSpPr>
        <p:spPr>
          <a:xfrm>
            <a:off x="8794816" y="3400876"/>
            <a:ext cx="397528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||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0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2A48D7-31B7-47B3-D5A5-0E325AA1FFC4}"/>
              </a:ext>
            </a:extLst>
          </p:cNvPr>
          <p:cNvSpPr/>
          <p:nvPr/>
        </p:nvSpPr>
        <p:spPr>
          <a:xfrm>
            <a:off x="8652284" y="2924946"/>
            <a:ext cx="1188129" cy="14401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D9A1107-0D4A-DF4B-6F05-7EFA646A1BBA}"/>
                  </a:ext>
                </a:extLst>
              </p:cNvPr>
              <p:cNvSpPr txBox="1"/>
              <p:nvPr/>
            </p:nvSpPr>
            <p:spPr>
              <a:xfrm>
                <a:off x="7068108" y="2719825"/>
                <a:ext cx="1530098" cy="2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D9A1107-0D4A-DF4B-6F05-7EFA646A1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108" y="2719825"/>
                <a:ext cx="1530098" cy="277127"/>
              </a:xfrm>
              <a:prstGeom prst="rect">
                <a:avLst/>
              </a:prstGeom>
              <a:blipFill>
                <a:blip r:embed="rId5"/>
                <a:stretch>
                  <a:fillRect l="-4781" t="-4348" r="-797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617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890E6-F3D0-78D8-A4E7-0ECA7D1C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9E71589-DE2B-9FEE-3116-7CC1C5568BFD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6E900E7-5A83-C811-6D95-389548C7D8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561CD2E-A769-8C6C-4EE1-BCD68740552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9E613C3-2FC4-078D-C78B-C2EA9AE3A1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E723464-7AF5-E9A4-E847-4DCE8E834B1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AFF4DD1-1841-BBD8-0046-8665F46DBD7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4122202-F5E1-BE81-A689-61F6D51A8B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5CB9EE6-EF4B-9EC4-F8D0-D15399B5C18A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069E926-45BE-DDDF-326D-C6B68E1A9F80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172B623-3720-1331-05C2-73284FDA1E75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8E48DAD-6E68-7662-5FF6-F90593529FE7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F6B07E37-FF1A-FB85-A0B9-A46FB0F5EF18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8B295E6F-CDD4-2F35-E44C-0DF5A9D8C8BF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57654EDE-AA49-3A9A-FF3B-98A76E56E2EE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2B595F7C-8EA9-A8CC-EB18-5ECAD8B9EDE9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6C77F8A0-3415-123F-3D01-DB9002A3E806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96587F85-A08A-BF18-BBDD-5CECCF87C991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9F4BA098-1419-31F7-87FB-B6C25097D84C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27381CB4-3874-F78A-16E3-96AC5B9DB4EF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970D8DF2-BD22-CAAD-1979-367B7FC05A7B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0B75166-B54A-3EF3-7303-CF482BAE44A9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DBE783C-7A03-18BA-21D5-8D2BFEDE6072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8CED2F29-10B2-1C7C-B1E3-E0459F66BB97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FFDEDD4E-46A3-3925-35E2-27D55C7AF8A0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AF3804-191E-432E-C0F2-CEEE20611C1E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0393FE-3EF3-00B6-1152-498D68CB360F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5DC50B-E26C-E5CE-0CBC-B4C5F0D60A02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B91D60B-4E60-7401-C6DF-0FF4A64BC650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905A3A1-9434-C973-D2F8-6424B82BF5F7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C03FBE7-F7F9-8740-6570-B3A9B4A5C94B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F9210A2-591D-E510-8D0E-6069BD5CE45B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21E1A6E-C851-226D-3A62-36F88ED80652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31C39D1-355A-B0CC-6813-70F2B7F28530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31C39D1-355A-B0CC-6813-70F2B7F28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0A089CCE-D19C-C8DC-57A9-5BF49B31B391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AC1C0CD-247A-F2C5-8F36-3C631808F0FD}"/>
              </a:ext>
            </a:extLst>
          </p:cNvPr>
          <p:cNvSpPr txBox="1"/>
          <p:nvPr/>
        </p:nvSpPr>
        <p:spPr>
          <a:xfrm>
            <a:off x="4936487" y="4956279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03D4407-210C-AC79-14BB-F08D4E7461BA}"/>
                  </a:ext>
                </a:extLst>
              </p:cNvPr>
              <p:cNvSpPr txBox="1"/>
              <p:nvPr/>
            </p:nvSpPr>
            <p:spPr>
              <a:xfrm>
                <a:off x="4115780" y="4966402"/>
                <a:ext cx="8465418" cy="378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03D4407-210C-AC79-14BB-F08D4E74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780" y="4966402"/>
                <a:ext cx="8465418" cy="378309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14A549C6-092A-2E09-33A4-72D716B3C740}"/>
              </a:ext>
            </a:extLst>
          </p:cNvPr>
          <p:cNvSpPr/>
          <p:nvPr/>
        </p:nvSpPr>
        <p:spPr>
          <a:xfrm>
            <a:off x="8697846" y="4473118"/>
            <a:ext cx="1188129" cy="14401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A53917-4B5D-88C9-579E-BB797EBDA009}"/>
              </a:ext>
            </a:extLst>
          </p:cNvPr>
          <p:cNvSpPr txBox="1"/>
          <p:nvPr/>
        </p:nvSpPr>
        <p:spPr>
          <a:xfrm>
            <a:off x="4943872" y="4234551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20BCDAC-ABE2-7E2D-D834-C4D922979AD4}"/>
              </a:ext>
            </a:extLst>
          </p:cNvPr>
          <p:cNvSpPr txBox="1"/>
          <p:nvPr/>
        </p:nvSpPr>
        <p:spPr>
          <a:xfrm>
            <a:off x="4960836" y="3383576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BA81837-2880-0122-B997-A7BDB91A4F30}"/>
                  </a:ext>
                </a:extLst>
              </p:cNvPr>
              <p:cNvSpPr txBox="1"/>
              <p:nvPr/>
            </p:nvSpPr>
            <p:spPr>
              <a:xfrm>
                <a:off x="7032104" y="3118139"/>
                <a:ext cx="4034310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BA81837-2880-0122-B997-A7BDB91A4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04" y="3118139"/>
                <a:ext cx="4034310" cy="1095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84FFAC4-B676-90DB-803C-DFC45C70D064}"/>
                  </a:ext>
                </a:extLst>
              </p:cNvPr>
              <p:cNvSpPr txBox="1"/>
              <p:nvPr/>
            </p:nvSpPr>
            <p:spPr>
              <a:xfrm>
                <a:off x="6870939" y="3899084"/>
                <a:ext cx="4769677" cy="911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84FFAC4-B676-90DB-803C-DFC45C70D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939" y="3899084"/>
                <a:ext cx="4769677" cy="911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A2D91E02-6898-5198-2A41-97926E175D5A}"/>
              </a:ext>
            </a:extLst>
          </p:cNvPr>
          <p:cNvSpPr txBox="1"/>
          <p:nvPr/>
        </p:nvSpPr>
        <p:spPr>
          <a:xfrm>
            <a:off x="5591944" y="1556792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“波函数必须连续，光滑”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B7143053-DF8B-AB48-C2C1-2E636C844242}"/>
              </a:ext>
            </a:extLst>
          </p:cNvPr>
          <p:cNvSpPr/>
          <p:nvPr/>
        </p:nvSpPr>
        <p:spPr>
          <a:xfrm>
            <a:off x="7536160" y="1867160"/>
            <a:ext cx="620510" cy="45719"/>
          </a:xfrm>
          <a:custGeom>
            <a:avLst/>
            <a:gdLst>
              <a:gd name="csX0" fmla="*/ 0 w 3888317"/>
              <a:gd name="csY0" fmla="*/ 10584 h 615951"/>
              <a:gd name="csX1" fmla="*/ 351367 w 3888317"/>
              <a:gd name="csY1" fmla="*/ 611717 h 615951"/>
              <a:gd name="csX2" fmla="*/ 711200 w 3888317"/>
              <a:gd name="csY2" fmla="*/ 16934 h 615951"/>
              <a:gd name="csX3" fmla="*/ 1060450 w 3888317"/>
              <a:gd name="csY3" fmla="*/ 613834 h 615951"/>
              <a:gd name="csX4" fmla="*/ 1413934 w 3888317"/>
              <a:gd name="csY4" fmla="*/ 12701 h 615951"/>
              <a:gd name="csX5" fmla="*/ 1767417 w 3888317"/>
              <a:gd name="csY5" fmla="*/ 613834 h 615951"/>
              <a:gd name="csX6" fmla="*/ 2120900 w 3888317"/>
              <a:gd name="csY6" fmla="*/ 16934 h 615951"/>
              <a:gd name="csX7" fmla="*/ 2468034 w 3888317"/>
              <a:gd name="csY7" fmla="*/ 613834 h 615951"/>
              <a:gd name="csX8" fmla="*/ 2825750 w 3888317"/>
              <a:gd name="csY8" fmla="*/ 1 h 615951"/>
              <a:gd name="csX9" fmla="*/ 3177117 w 3888317"/>
              <a:gd name="csY9" fmla="*/ 607484 h 615951"/>
              <a:gd name="csX10" fmla="*/ 3524250 w 3888317"/>
              <a:gd name="csY10" fmla="*/ 4234 h 615951"/>
              <a:gd name="csX11" fmla="*/ 3888317 w 3888317"/>
              <a:gd name="csY11" fmla="*/ 615951 h 615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888317" h="615951">
                <a:moveTo>
                  <a:pt x="0" y="10584"/>
                </a:moveTo>
                <a:cubicBezTo>
                  <a:pt x="116417" y="310621"/>
                  <a:pt x="232834" y="610659"/>
                  <a:pt x="351367" y="611717"/>
                </a:cubicBezTo>
                <a:cubicBezTo>
                  <a:pt x="469900" y="612775"/>
                  <a:pt x="593020" y="16581"/>
                  <a:pt x="711200" y="16934"/>
                </a:cubicBezTo>
                <a:cubicBezTo>
                  <a:pt x="829380" y="17287"/>
                  <a:pt x="943328" y="614540"/>
                  <a:pt x="1060450" y="613834"/>
                </a:cubicBezTo>
                <a:cubicBezTo>
                  <a:pt x="1177572" y="613129"/>
                  <a:pt x="1296106" y="12701"/>
                  <a:pt x="1413934" y="12701"/>
                </a:cubicBezTo>
                <a:cubicBezTo>
                  <a:pt x="1531762" y="12701"/>
                  <a:pt x="1649589" y="613129"/>
                  <a:pt x="1767417" y="613834"/>
                </a:cubicBezTo>
                <a:cubicBezTo>
                  <a:pt x="1885245" y="614540"/>
                  <a:pt x="2004131" y="16934"/>
                  <a:pt x="2120900" y="16934"/>
                </a:cubicBezTo>
                <a:cubicBezTo>
                  <a:pt x="2237669" y="16934"/>
                  <a:pt x="2350559" y="616656"/>
                  <a:pt x="2468034" y="613834"/>
                </a:cubicBezTo>
                <a:cubicBezTo>
                  <a:pt x="2585509" y="611012"/>
                  <a:pt x="2707570" y="1059"/>
                  <a:pt x="2825750" y="1"/>
                </a:cubicBezTo>
                <a:cubicBezTo>
                  <a:pt x="2943930" y="-1057"/>
                  <a:pt x="3060700" y="606779"/>
                  <a:pt x="3177117" y="607484"/>
                </a:cubicBezTo>
                <a:cubicBezTo>
                  <a:pt x="3293534" y="608190"/>
                  <a:pt x="3405717" y="2823"/>
                  <a:pt x="3524250" y="4234"/>
                </a:cubicBezTo>
                <a:cubicBezTo>
                  <a:pt x="3642783" y="5645"/>
                  <a:pt x="3765550" y="310798"/>
                  <a:pt x="3888317" y="615951"/>
                </a:cubicBez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DCBE5E4-871D-220E-24A7-6FAACC33597F}"/>
              </a:ext>
            </a:extLst>
          </p:cNvPr>
          <p:cNvGrpSpPr/>
          <p:nvPr/>
        </p:nvGrpSpPr>
        <p:grpSpPr>
          <a:xfrm rot="7338131">
            <a:off x="8002314" y="1834275"/>
            <a:ext cx="180020" cy="468052"/>
            <a:chOff x="2783632" y="2456892"/>
            <a:chExt cx="180020" cy="468052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18F062D-9ED2-7934-904A-BA2995599AF1}"/>
                </a:ext>
              </a:extLst>
            </p:cNvPr>
            <p:cNvCxnSpPr>
              <a:cxnSpLocks/>
            </p:cNvCxnSpPr>
            <p:nvPr/>
          </p:nvCxnSpPr>
          <p:spPr>
            <a:xfrm>
              <a:off x="2783632" y="2780928"/>
              <a:ext cx="72008" cy="144016"/>
            </a:xfrm>
            <a:prstGeom prst="line">
              <a:avLst/>
            </a:prstGeom>
            <a:ln w="127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24503258-A142-799C-4573-6F8363BFAC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5640" y="2780928"/>
              <a:ext cx="108012" cy="144016"/>
            </a:xfrm>
            <a:prstGeom prst="line">
              <a:avLst/>
            </a:prstGeom>
            <a:ln w="127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C1A5CD0-D827-F0CB-8195-B1EBC738D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5640" y="2456892"/>
              <a:ext cx="36004" cy="468052"/>
            </a:xfrm>
            <a:prstGeom prst="line">
              <a:avLst/>
            </a:prstGeom>
            <a:ln w="127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AE6616DE-270E-13D8-74F6-65A0770C7556}"/>
              </a:ext>
            </a:extLst>
          </p:cNvPr>
          <p:cNvSpPr txBox="1"/>
          <p:nvPr/>
        </p:nvSpPr>
        <p:spPr>
          <a:xfrm>
            <a:off x="7716183" y="2159440"/>
            <a:ext cx="111612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导数连续</a:t>
            </a:r>
          </a:p>
        </p:txBody>
      </p:sp>
    </p:spTree>
    <p:extLst>
      <p:ext uri="{BB962C8B-B14F-4D97-AF65-F5344CB8AC3E}">
        <p14:creationId xmlns:p14="http://schemas.microsoft.com/office/powerpoint/2010/main" val="4162903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 animBg="1"/>
      <p:bldP spid="4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66D1C-DF17-23BD-D451-FB1146AA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D52BB97-AF3F-B085-1D43-567FE748877C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EB64051-A336-AC9A-B162-6453E9B80F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879A336-2241-73CF-5D2A-666655ACBB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0471247-393C-288D-005A-3552427322A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A0B4FF9-EF4D-B716-E973-13482F5D385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6758A3D-7D3D-3267-3E09-18C7A8C79DF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F234A00-6464-F3B9-0762-BA7DB180D7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49C0A98-40C9-94AB-CDA9-704DE2BED8F2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8150407-CDF5-8192-FA19-D07FFC1215F9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37356EF-280A-8705-0923-FE74A6FB1A48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FC73A69-CD65-C1E3-CE03-DA1D3194FDC0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129D7AB0-DC5F-CA41-05EC-94E022FC686F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16A06F7B-3857-6241-B9B6-60BD8842261E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A818F17-8F32-ECC7-0857-7EE4DFE251B1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76675718-C62E-5A3D-5D36-B527D095C2EB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4776C22-AE0D-B090-4CB7-63E1A683C6C2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2404F5C-0DF8-5DF3-19C5-2ACE7DA06504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F03B962-6AA6-ED5C-0C90-42A824251171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B8190DA-292E-32CD-50F9-3E6B9AF81ACF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D23C0F85-553A-6D0E-004C-FE5A52B07DE9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BF44BE3-C75D-BA29-28E0-92BA01587A5F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80CDCEB-D8F1-7468-8F20-0EE3B0AD1FC9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843C90A-B8A6-D63A-7BAB-76F1A9C8B1E8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FF9C87BA-DF61-890E-FA94-5D1CC527E6D2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EB6DF8-0E02-5882-E22D-231E007B64F9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8E1B1A-71D6-7647-CBE8-58607C928FAA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40FA20-2D3E-8C25-4C9C-6FC6434FCE87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C05C4F3-A3FE-B7FE-B435-4B74DBB68503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82DCE35B-9FB6-2655-8190-8540B0FF94E2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2F34C74-1915-B298-F4D5-28ED3D1D3734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DDC8EFD-8D2D-530B-F021-3D6BE8572805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559718F-ABC5-E456-D2C0-F25125991B12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069DD3-4046-D32F-AE95-4A0793CDF4BF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069DD3-4046-D32F-AE95-4A0793CDF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1BB5DD04-AB78-42A1-E617-F29C78B82E87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13345CA-575F-0709-2DB7-7F0AFDBF38C1}"/>
              </a:ext>
            </a:extLst>
          </p:cNvPr>
          <p:cNvSpPr txBox="1"/>
          <p:nvPr/>
        </p:nvSpPr>
        <p:spPr>
          <a:xfrm>
            <a:off x="4936487" y="4956279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5C4355-FA19-ADA9-A0E7-1B3A59CF2EA8}"/>
                  </a:ext>
                </a:extLst>
              </p:cNvPr>
              <p:cNvSpPr txBox="1"/>
              <p:nvPr/>
            </p:nvSpPr>
            <p:spPr>
              <a:xfrm>
                <a:off x="4115780" y="4966402"/>
                <a:ext cx="8465418" cy="378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5C4355-FA19-ADA9-A0E7-1B3A59CF2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780" y="4966402"/>
                <a:ext cx="8465418" cy="378309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4263D1C-166F-C513-98CC-89816D3E2A69}"/>
              </a:ext>
            </a:extLst>
          </p:cNvPr>
          <p:cNvSpPr/>
          <p:nvPr/>
        </p:nvSpPr>
        <p:spPr>
          <a:xfrm>
            <a:off x="8697846" y="4473118"/>
            <a:ext cx="1188129" cy="14401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E8E57A-2FC2-A779-477C-C35E7E89F2C2}"/>
              </a:ext>
            </a:extLst>
          </p:cNvPr>
          <p:cNvSpPr txBox="1"/>
          <p:nvPr/>
        </p:nvSpPr>
        <p:spPr>
          <a:xfrm>
            <a:off x="4943872" y="2874352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II 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A35172E-7FF5-DC47-CBDB-52ADCEB8C23B}"/>
              </a:ext>
            </a:extLst>
          </p:cNvPr>
          <p:cNvSpPr txBox="1"/>
          <p:nvPr/>
        </p:nvSpPr>
        <p:spPr>
          <a:xfrm>
            <a:off x="4960836" y="906308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区域 </a:t>
            </a:r>
            <a:r>
              <a:rPr lang="en-US" altLang="zh-CN" dirty="0">
                <a:solidFill>
                  <a:schemeClr val="bg1"/>
                </a:solidFill>
              </a:rPr>
              <a:t>I :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A1C55E8-4732-8557-453E-6832147DF026}"/>
                  </a:ext>
                </a:extLst>
              </p:cNvPr>
              <p:cNvSpPr txBox="1"/>
              <p:nvPr/>
            </p:nvSpPr>
            <p:spPr>
              <a:xfrm>
                <a:off x="7032104" y="640871"/>
                <a:ext cx="4034310" cy="109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A1C55E8-4732-8557-453E-6832147DF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04" y="640871"/>
                <a:ext cx="4034310" cy="1095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6A4D1B9-D94A-A976-4441-7964CFC88CC6}"/>
                  </a:ext>
                </a:extLst>
              </p:cNvPr>
              <p:cNvSpPr txBox="1"/>
              <p:nvPr/>
            </p:nvSpPr>
            <p:spPr>
              <a:xfrm>
                <a:off x="6870939" y="2538885"/>
                <a:ext cx="4769677" cy="911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6A4D1B9-D94A-A976-4441-7964CFC88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939" y="2538885"/>
                <a:ext cx="4769677" cy="911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C52AFE4-0034-489D-7BF0-380138B6B898}"/>
                  </a:ext>
                </a:extLst>
              </p:cNvPr>
              <p:cNvSpPr txBox="1"/>
              <p:nvPr/>
            </p:nvSpPr>
            <p:spPr>
              <a:xfrm>
                <a:off x="7446657" y="1605436"/>
                <a:ext cx="2789803" cy="563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𝑖𝑘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zh-CN" dirty="0">
                  <a:solidFill>
                    <a:schemeClr val="bg1"/>
                  </a:solidFill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C52AFE4-0034-489D-7BF0-380138B6B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657" y="1605436"/>
                <a:ext cx="2789803" cy="5634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BF890E8-8F6E-427A-43DF-8E5E8F30769E}"/>
                  </a:ext>
                </a:extLst>
              </p:cNvPr>
              <p:cNvSpPr txBox="1"/>
              <p:nvPr/>
            </p:nvSpPr>
            <p:spPr>
              <a:xfrm>
                <a:off x="6258871" y="3563596"/>
                <a:ext cx="4769677" cy="369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BF890E8-8F6E-427A-43DF-8E5E8F307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871" y="3563596"/>
                <a:ext cx="4769677" cy="369460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5B999D4-B472-4C40-9233-BEB509D5A012}"/>
                  </a:ext>
                </a:extLst>
              </p:cNvPr>
              <p:cNvSpPr txBox="1"/>
              <p:nvPr/>
            </p:nvSpPr>
            <p:spPr>
              <a:xfrm>
                <a:off x="3899756" y="5449426"/>
                <a:ext cx="8465418" cy="383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𝐼𝐼𝐼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𝑖𝑘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5B999D4-B472-4C40-9233-BEB509D5A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756" y="5449426"/>
                <a:ext cx="8465418" cy="383438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248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1445-CC1B-6F4E-6D4F-16ABC90A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AB6D3E6-E45A-6680-8417-241156EEBFD0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531721EB-B33B-3B52-C432-5E01C5805F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DAA30D0C-7597-7036-EFE7-377BA589426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AFEAD87-E013-850A-344C-63E9B05802F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6837A0D-F6D5-B871-6F3F-BBA9D37F903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538EA6C-1E19-CE38-34D5-8F680310B4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DAEA3B8C-C3B4-82FE-F72A-97EA29D5DB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6D876AF-7424-2FB6-6559-081D82C0AF2E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103A34D-703F-8974-AD65-EB2187084ACD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DED5299-16CD-7031-78F9-2B6BFAA405BC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BD9798B7-1955-F86E-0132-051D94C2BBAF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4D0B334-FD08-4472-F81D-A7BD967B0846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B3A45C8A-5ED3-2BD4-0C92-DF775D1EBD4F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19A126E-7164-B593-CCC8-F01EF830CE32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CA73ACA3-093D-C070-D940-12315C39AA68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A59415EA-8C32-9C1F-D45A-F28411F7AD71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010112C-8ED3-77B8-D1B0-0E413A0C9B7B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0C046B8-67B9-53F8-1995-2037A61DD29A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EE41D247-6C04-1130-C84F-76822E586906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1219B889-12A4-5E82-BE30-4E286687EE42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94A00CC-2EA0-BDD3-C856-79BCF7A73613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D62691F-05DE-903A-0DBB-37E3EE0E4C13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9584579C-4494-FC28-8775-CC2F223CCD80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E736BBE-8FDD-09C8-943D-1825F718EB58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83398A-03F5-B0E3-CD18-B6F9345C205F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E8F5FE-2FC2-616E-602F-FF905627C14E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BBB177-1CF1-6B84-EA3E-7867197082CC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6A05F05-3C85-016E-4D15-59D65F325139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315987F-3F63-EFA2-1357-F1F8D7EC2164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9496F13-A099-8E5A-C5FA-7990678E8E67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2862239-558B-81AA-2699-D4A78C8C0A48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195DA91-ABA5-39B3-F78A-51771E5FB8D0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C81A0D0-9177-8DBF-BFF7-6A48D850A47C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C81A0D0-9177-8DBF-BFF7-6A48D850A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8064ABE6-B336-7DEB-A669-44359BBEC7AA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DF6C178-8CA7-F972-1EEE-F112362C9F47}"/>
                  </a:ext>
                </a:extLst>
              </p:cNvPr>
              <p:cNvSpPr txBox="1"/>
              <p:nvPr/>
            </p:nvSpPr>
            <p:spPr>
              <a:xfrm>
                <a:off x="4655840" y="2312876"/>
                <a:ext cx="8471138" cy="2049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等线" panose="02010600030101010101" pitchFamily="2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zh-CN" altLang="en-US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等线" panose="02010600030101010101" pitchFamily="2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zh-CN" altLang="en-US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⇒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·0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·0</m:t>
                          </m:r>
                        </m:sup>
                      </m:sSup>
                      <m:r>
                        <a:rPr lang="zh-CN" alt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·0</m:t>
                          </m:r>
                        </m:sup>
                      </m:sSup>
                      <m:r>
                        <a:rPr lang="zh-CN" alt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·0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  <a:p>
                <a:pPr algn="just">
                  <a:buNone/>
                </a:pPr>
                <a:endParaRPr lang="en-US" altLang="zh-CN" sz="1800" kern="100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endParaRPr lang="en-US" altLang="zh-CN" sz="1800" kern="100" dirty="0">
                  <a:solidFill>
                    <a:schemeClr val="bg1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𝐼𝐼</m:t>
                          </m:r>
                        </m:sub>
                        <m:sup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zh-CN" altLang="en-US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⇒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𝑖𝑘</m:t>
                      </m:r>
                      <m:r>
                        <a:rPr lang="en-US" altLang="zh-CN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buNone/>
                </a:pPr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DF6C178-8CA7-F972-1EEE-F112362C9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0" y="2312876"/>
                <a:ext cx="8471138" cy="2049535"/>
              </a:xfrm>
              <a:prstGeom prst="rect">
                <a:avLst/>
              </a:prstGeom>
              <a:blipFill>
                <a:blip r:embed="rId3"/>
                <a:stretch>
                  <a:fillRect l="-648" t="-2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4B736A0-5646-E6AE-35A7-8B95EF27322F}"/>
                  </a:ext>
                </a:extLst>
              </p:cNvPr>
              <p:cNvSpPr txBox="1"/>
              <p:nvPr/>
            </p:nvSpPr>
            <p:spPr>
              <a:xfrm>
                <a:off x="7392144" y="2960948"/>
                <a:ext cx="29707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4B736A0-5646-E6AE-35A7-8B95EF273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4" y="2960948"/>
                <a:ext cx="29707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B68C7D1-9D91-B98F-30DE-25F4BEA21E6B}"/>
                  </a:ext>
                </a:extLst>
              </p:cNvPr>
              <p:cNvSpPr txBox="1"/>
              <p:nvPr/>
            </p:nvSpPr>
            <p:spPr>
              <a:xfrm>
                <a:off x="7428148" y="3793686"/>
                <a:ext cx="28509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𝑖𝑘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B68C7D1-9D91-B98F-30DE-25F4BEA21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148" y="3793686"/>
                <a:ext cx="28509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C814462-D2E3-CA84-E744-376D57FA56E2}"/>
                  </a:ext>
                </a:extLst>
              </p:cNvPr>
              <p:cNvSpPr txBox="1"/>
              <p:nvPr/>
            </p:nvSpPr>
            <p:spPr>
              <a:xfrm>
                <a:off x="4655840" y="4356159"/>
                <a:ext cx="8932208" cy="12184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等线" panose="02010600030101010101" pitchFamily="2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zh-CN" altLang="en-US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等线" panose="02010600030101010101" pitchFamily="2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𝐼𝐼𝐼</m:t>
                          </m:r>
                        </m:sub>
                      </m:sSub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180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⇒ </m:t>
                      </m:r>
                      <m:r>
                        <a:rPr lang="zh-CN" altLang="en-US" sz="18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altLang="zh-CN" sz="180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altLang="zh-CN" sz="180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𝑖𝑘𝑎</m:t>
                          </m:r>
                        </m:sup>
                      </m:sSup>
                    </m:oMath>
                  </m:oMathPara>
                </a14:m>
                <a:endParaRPr lang="en-US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𝐼𝐼</m:t>
                          </m:r>
                        </m:sub>
                        <m:sup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𝐼𝐼𝐼</m:t>
                          </m:r>
                        </m:sub>
                        <m:sup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1800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180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⇒ </m:t>
                      </m:r>
                      <m:r>
                        <a:rPr lang="zh-CN" altLang="en-US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𝜅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zh-CN" altLang="en-US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p>
                          </m:sSup>
                        </m:e>
                      </m:d>
                      <m:r>
                        <a:rPr lang="en-US" altLang="zh-CN" sz="18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𝑖𝑘𝐹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𝑖𝑘𝑎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C814462-D2E3-CA84-E744-376D57FA5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0" y="4356159"/>
                <a:ext cx="8932208" cy="1218410"/>
              </a:xfrm>
              <a:prstGeom prst="rect">
                <a:avLst/>
              </a:prstGeom>
              <a:blipFill>
                <a:blip r:embed="rId6"/>
                <a:stretch>
                  <a:fillRect l="-614" t="-4523" b="-3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D6C698-224A-D970-AA35-789EE5326DD2}"/>
                  </a:ext>
                </a:extLst>
              </p:cNvPr>
              <p:cNvSpPr txBox="1"/>
              <p:nvPr/>
            </p:nvSpPr>
            <p:spPr>
              <a:xfrm>
                <a:off x="7985814" y="4636694"/>
                <a:ext cx="4158858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𝑖𝑘𝑎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D6C698-224A-D970-AA35-789EE5326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814" y="4636694"/>
                <a:ext cx="4158858" cy="3782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A166A5C-B0C6-3EEB-32A0-C3DE66CDF96F}"/>
                  </a:ext>
                </a:extLst>
              </p:cNvPr>
              <p:cNvSpPr txBox="1"/>
              <p:nvPr/>
            </p:nvSpPr>
            <p:spPr>
              <a:xfrm>
                <a:off x="8197353" y="5196324"/>
                <a:ext cx="3767299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𝜅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p>
                          </m:sSup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𝑖𝑘𝐹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𝑖𝑘𝑎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A166A5C-B0C6-3EEB-32A0-C3DE66CDF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353" y="5196324"/>
                <a:ext cx="3767299" cy="3782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C811F7C-B08A-4EEC-CC28-4ACE9FC158F3}"/>
                  </a:ext>
                </a:extLst>
              </p:cNvPr>
              <p:cNvSpPr txBox="1"/>
              <p:nvPr/>
            </p:nvSpPr>
            <p:spPr>
              <a:xfrm>
                <a:off x="7572164" y="2951656"/>
                <a:ext cx="808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C811F7C-B08A-4EEC-CC28-4ACE9FC1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164" y="2951656"/>
                <a:ext cx="80817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7D755EB-A37A-01F7-1CE9-F83E50C4F535}"/>
                  </a:ext>
                </a:extLst>
              </p:cNvPr>
              <p:cNvSpPr txBox="1"/>
              <p:nvPr/>
            </p:nvSpPr>
            <p:spPr>
              <a:xfrm>
                <a:off x="7212124" y="3793686"/>
                <a:ext cx="808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7D755EB-A37A-01F7-1CE9-F83E50C4F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124" y="3793686"/>
                <a:ext cx="80817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C483AD3-CEEE-9327-A943-85C66F963E8B}"/>
                  </a:ext>
                </a:extLst>
              </p:cNvPr>
              <p:cNvSpPr txBox="1"/>
              <p:nvPr/>
            </p:nvSpPr>
            <p:spPr>
              <a:xfrm>
                <a:off x="8380339" y="4641151"/>
                <a:ext cx="808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C483AD3-CEEE-9327-A943-85C66F963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339" y="4641151"/>
                <a:ext cx="80817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B491E33-E2F6-BD1C-C171-5E598B2C44F1}"/>
                  </a:ext>
                </a:extLst>
              </p:cNvPr>
              <p:cNvSpPr txBox="1"/>
              <p:nvPr/>
            </p:nvSpPr>
            <p:spPr>
              <a:xfrm>
                <a:off x="8148228" y="5205237"/>
                <a:ext cx="808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B491E33-E2F6-BD1C-C171-5E598B2C4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228" y="5205237"/>
                <a:ext cx="80817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281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6" grpId="0"/>
      <p:bldP spid="28" grpId="0"/>
      <p:bldP spid="30" grpId="0"/>
      <p:bldP spid="32" grpId="0"/>
      <p:bldP spid="33" grpId="0"/>
      <p:bldP spid="34" grpId="0"/>
      <p:bldP spid="3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F311-1D3D-0B31-4AAF-10558CC1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66AD273-3B1C-4B57-CC41-F2213BBAE048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78B71D4-B3E3-74F6-FA08-286B24041B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6E1B7B60-7523-8433-E7EE-F15505CD51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1A449A2-D20C-C903-89A8-F592B1E054A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D69BEA6-43E1-2E86-F1DB-EDFD41D4F80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91886B4-AAAA-F8EB-ACD5-56748D40136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09DD8F1-861E-3C4F-B5C5-FB72CE2848F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2D21391-15E9-25BC-BF03-3A0D516A8E75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D0E956E-69CD-02D9-6A27-49DFE8937923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42C9AAB7-F6BE-CAC3-ADF8-637F1F9C88DA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EA70552-2338-AB22-BA83-F4E3D831BD1A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57D9874-F003-1AC8-6274-86DC3F6C54CC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3FC687A-5B55-D139-CFF8-3602CECD5A30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3A7BC37-FE2D-87F9-7EA9-39A644A239E3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406CE4E-6F1A-0C97-FA3F-1CC16925728F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43921C8F-563A-746F-BF72-5062BBEE675A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8A4F10E-CD9A-B169-5208-5BFBD04E980B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5CEF956E-3711-4133-3ED2-24FF81CA3D66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930B0651-8531-5399-E310-F7D68B23E3DD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C0FCB6A9-52FD-4868-7171-9E0002F04980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B2FCE27-C610-F12B-6AF8-699E3B4B54AF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980E74F-420A-697E-016D-0E53DD38937C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4B60BE53-35E5-C226-6185-73745F67C540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56E1F52-CF78-66A5-4D36-227BD7465257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628F14-6655-AD9F-AD18-5314E7D62B7D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A0ABC7-4C7A-348B-D51F-8B02F1AB5736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8C0BB5-2763-8B1C-B918-55C76E4AA369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FD9AF03-4B17-8A39-E2CA-58BDF23E86DC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86EB9526-F969-6024-7C4A-A6C133792564}"/>
              </a:ext>
            </a:extLst>
          </p:cNvPr>
          <p:cNvSpPr/>
          <p:nvPr/>
        </p:nvSpPr>
        <p:spPr>
          <a:xfrm>
            <a:off x="748457" y="1900824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300EE08-C91F-1BBC-D798-512D3448EF9C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2AAE488-BA59-8B3B-115A-D49030133F3E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0339544-01D2-A7C5-83C5-DEFA9452AC7E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E18476-6815-7A2B-2D39-79867A2978F8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E18476-6815-7A2B-2D39-79867A297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13850310-4B66-33D5-891A-1C92E7779887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D8BBB5C-0F54-AB0F-2DE5-494FA0E7A8BD}"/>
                  </a:ext>
                </a:extLst>
              </p:cNvPr>
              <p:cNvSpPr txBox="1"/>
              <p:nvPr/>
            </p:nvSpPr>
            <p:spPr>
              <a:xfrm>
                <a:off x="6924092" y="1088740"/>
                <a:ext cx="29707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D8BBB5C-0F54-AB0F-2DE5-494FA0E7A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092" y="1088740"/>
                <a:ext cx="297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EC4A03B-9197-6445-FD64-20E5131FE4FB}"/>
                  </a:ext>
                </a:extLst>
              </p:cNvPr>
              <p:cNvSpPr txBox="1"/>
              <p:nvPr/>
            </p:nvSpPr>
            <p:spPr>
              <a:xfrm>
                <a:off x="7068108" y="1520788"/>
                <a:ext cx="26574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𝑖𝑘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EC4A03B-9197-6445-FD64-20E5131FE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108" y="1520788"/>
                <a:ext cx="26574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626503C-8C29-301A-DFF7-0A8BEB300627}"/>
                  </a:ext>
                </a:extLst>
              </p:cNvPr>
              <p:cNvSpPr txBox="1"/>
              <p:nvPr/>
            </p:nvSpPr>
            <p:spPr>
              <a:xfrm>
                <a:off x="5951983" y="1970635"/>
                <a:ext cx="4100447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𝑖𝑘𝑎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626503C-8C29-301A-DFF7-0A8BEB300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983" y="1970635"/>
                <a:ext cx="4100447" cy="3782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78000E3-B428-4B50-C852-35D5E92355D3}"/>
                  </a:ext>
                </a:extLst>
              </p:cNvPr>
              <p:cNvSpPr txBox="1"/>
              <p:nvPr/>
            </p:nvSpPr>
            <p:spPr>
              <a:xfrm>
                <a:off x="6096000" y="2438687"/>
                <a:ext cx="3695291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𝜅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p>
                          </m:sSup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𝑖𝑘𝐹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𝑖𝑘𝑎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78000E3-B428-4B50-C852-35D5E9235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38687"/>
                <a:ext cx="3695291" cy="3782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2471DE-0D96-6AD1-6E46-4BBC13DA505D}"/>
              </a:ext>
            </a:extLst>
          </p:cNvPr>
          <p:cNvSpPr/>
          <p:nvPr/>
        </p:nvSpPr>
        <p:spPr>
          <a:xfrm>
            <a:off x="7614399" y="1088868"/>
            <a:ext cx="353809" cy="369332"/>
          </a:xfrm>
          <a:custGeom>
            <a:avLst/>
            <a:gdLst>
              <a:gd name="csX0" fmla="*/ 622607 w 1191709"/>
              <a:gd name="csY0" fmla="*/ 0 h 1004977"/>
              <a:gd name="csX1" fmla="*/ 368607 w 1191709"/>
              <a:gd name="csY1" fmla="*/ 107950 h 1004977"/>
              <a:gd name="csX2" fmla="*/ 193982 w 1191709"/>
              <a:gd name="csY2" fmla="*/ 314325 h 1004977"/>
              <a:gd name="csX3" fmla="*/ 13007 w 1191709"/>
              <a:gd name="csY3" fmla="*/ 641350 h 1004977"/>
              <a:gd name="csX4" fmla="*/ 57457 w 1191709"/>
              <a:gd name="csY4" fmla="*/ 869950 h 1004977"/>
              <a:gd name="csX5" fmla="*/ 270182 w 1191709"/>
              <a:gd name="csY5" fmla="*/ 987425 h 1004977"/>
              <a:gd name="csX6" fmla="*/ 514657 w 1191709"/>
              <a:gd name="csY6" fmla="*/ 996950 h 1004977"/>
              <a:gd name="csX7" fmla="*/ 797232 w 1191709"/>
              <a:gd name="csY7" fmla="*/ 914400 h 1004977"/>
              <a:gd name="csX8" fmla="*/ 978207 w 1191709"/>
              <a:gd name="csY8" fmla="*/ 774700 h 1004977"/>
              <a:gd name="csX9" fmla="*/ 1152832 w 1191709"/>
              <a:gd name="csY9" fmla="*/ 539750 h 1004977"/>
              <a:gd name="csX10" fmla="*/ 1184582 w 1191709"/>
              <a:gd name="csY10" fmla="*/ 393700 h 1004977"/>
              <a:gd name="csX11" fmla="*/ 1051232 w 1191709"/>
              <a:gd name="csY11" fmla="*/ 225425 h 1004977"/>
              <a:gd name="csX12" fmla="*/ 749607 w 1191709"/>
              <a:gd name="csY12" fmla="*/ 152400 h 1004977"/>
              <a:gd name="csX13" fmla="*/ 533707 w 1191709"/>
              <a:gd name="csY13" fmla="*/ 174625 h 1004977"/>
              <a:gd name="csX14" fmla="*/ 295582 w 1191709"/>
              <a:gd name="csY14" fmla="*/ 247650 h 1004977"/>
              <a:gd name="csX15" fmla="*/ 108257 w 1191709"/>
              <a:gd name="csY15" fmla="*/ 377825 h 1004977"/>
              <a:gd name="csX16" fmla="*/ 307 w 1191709"/>
              <a:gd name="csY16" fmla="*/ 498475 h 1004977"/>
              <a:gd name="csX0" fmla="*/ 368607 w 1191709"/>
              <a:gd name="csY0" fmla="*/ 0 h 897027"/>
              <a:gd name="csX1" fmla="*/ 193982 w 1191709"/>
              <a:gd name="csY1" fmla="*/ 206375 h 897027"/>
              <a:gd name="csX2" fmla="*/ 13007 w 1191709"/>
              <a:gd name="csY2" fmla="*/ 533400 h 897027"/>
              <a:gd name="csX3" fmla="*/ 57457 w 1191709"/>
              <a:gd name="csY3" fmla="*/ 762000 h 897027"/>
              <a:gd name="csX4" fmla="*/ 270182 w 1191709"/>
              <a:gd name="csY4" fmla="*/ 879475 h 897027"/>
              <a:gd name="csX5" fmla="*/ 514657 w 1191709"/>
              <a:gd name="csY5" fmla="*/ 889000 h 897027"/>
              <a:gd name="csX6" fmla="*/ 797232 w 1191709"/>
              <a:gd name="csY6" fmla="*/ 806450 h 897027"/>
              <a:gd name="csX7" fmla="*/ 978207 w 1191709"/>
              <a:gd name="csY7" fmla="*/ 666750 h 897027"/>
              <a:gd name="csX8" fmla="*/ 1152832 w 1191709"/>
              <a:gd name="csY8" fmla="*/ 431800 h 897027"/>
              <a:gd name="csX9" fmla="*/ 1184582 w 1191709"/>
              <a:gd name="csY9" fmla="*/ 285750 h 897027"/>
              <a:gd name="csX10" fmla="*/ 1051232 w 1191709"/>
              <a:gd name="csY10" fmla="*/ 117475 h 897027"/>
              <a:gd name="csX11" fmla="*/ 749607 w 1191709"/>
              <a:gd name="csY11" fmla="*/ 44450 h 897027"/>
              <a:gd name="csX12" fmla="*/ 533707 w 1191709"/>
              <a:gd name="csY12" fmla="*/ 66675 h 897027"/>
              <a:gd name="csX13" fmla="*/ 295582 w 1191709"/>
              <a:gd name="csY13" fmla="*/ 139700 h 897027"/>
              <a:gd name="csX14" fmla="*/ 108257 w 1191709"/>
              <a:gd name="csY14" fmla="*/ 269875 h 897027"/>
              <a:gd name="csX15" fmla="*/ 307 w 1191709"/>
              <a:gd name="csY15" fmla="*/ 390525 h 897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91709" h="897027">
                <a:moveTo>
                  <a:pt x="368607" y="0"/>
                </a:moveTo>
                <a:cubicBezTo>
                  <a:pt x="297170" y="52387"/>
                  <a:pt x="253249" y="117475"/>
                  <a:pt x="193982" y="206375"/>
                </a:cubicBezTo>
                <a:cubicBezTo>
                  <a:pt x="134715" y="295275"/>
                  <a:pt x="35761" y="440796"/>
                  <a:pt x="13007" y="533400"/>
                </a:cubicBezTo>
                <a:cubicBezTo>
                  <a:pt x="-9747" y="626004"/>
                  <a:pt x="14595" y="704321"/>
                  <a:pt x="57457" y="762000"/>
                </a:cubicBezTo>
                <a:cubicBezTo>
                  <a:pt x="100319" y="819679"/>
                  <a:pt x="193982" y="858308"/>
                  <a:pt x="270182" y="879475"/>
                </a:cubicBezTo>
                <a:cubicBezTo>
                  <a:pt x="346382" y="900642"/>
                  <a:pt x="426815" y="901171"/>
                  <a:pt x="514657" y="889000"/>
                </a:cubicBezTo>
                <a:cubicBezTo>
                  <a:pt x="602499" y="876829"/>
                  <a:pt x="719974" y="843492"/>
                  <a:pt x="797232" y="806450"/>
                </a:cubicBezTo>
                <a:cubicBezTo>
                  <a:pt x="874490" y="769408"/>
                  <a:pt x="918940" y="729192"/>
                  <a:pt x="978207" y="666750"/>
                </a:cubicBezTo>
                <a:cubicBezTo>
                  <a:pt x="1037474" y="604308"/>
                  <a:pt x="1118436" y="495300"/>
                  <a:pt x="1152832" y="431800"/>
                </a:cubicBezTo>
                <a:cubicBezTo>
                  <a:pt x="1187228" y="368300"/>
                  <a:pt x="1201515" y="338137"/>
                  <a:pt x="1184582" y="285750"/>
                </a:cubicBezTo>
                <a:cubicBezTo>
                  <a:pt x="1167649" y="233363"/>
                  <a:pt x="1123728" y="157692"/>
                  <a:pt x="1051232" y="117475"/>
                </a:cubicBezTo>
                <a:cubicBezTo>
                  <a:pt x="978736" y="77258"/>
                  <a:pt x="835861" y="52917"/>
                  <a:pt x="749607" y="44450"/>
                </a:cubicBezTo>
                <a:cubicBezTo>
                  <a:pt x="663353" y="35983"/>
                  <a:pt x="609378" y="50800"/>
                  <a:pt x="533707" y="66675"/>
                </a:cubicBezTo>
                <a:cubicBezTo>
                  <a:pt x="458036" y="82550"/>
                  <a:pt x="366490" y="105833"/>
                  <a:pt x="295582" y="139700"/>
                </a:cubicBezTo>
                <a:cubicBezTo>
                  <a:pt x="224674" y="173567"/>
                  <a:pt x="157469" y="228071"/>
                  <a:pt x="108257" y="269875"/>
                </a:cubicBezTo>
                <a:cubicBezTo>
                  <a:pt x="59044" y="311679"/>
                  <a:pt x="-4985" y="370417"/>
                  <a:pt x="307" y="390525"/>
                </a:cubicBezTo>
              </a:path>
            </a:pathLst>
          </a:custGeom>
          <a:noFill/>
          <a:ln w="15875" cap="rnd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004769-2409-48F3-3A33-6ED0DA47C9D6}"/>
              </a:ext>
            </a:extLst>
          </p:cNvPr>
          <p:cNvSpPr txBox="1"/>
          <p:nvPr/>
        </p:nvSpPr>
        <p:spPr>
          <a:xfrm>
            <a:off x="7254359" y="1088740"/>
            <a:ext cx="57606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1=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55E0922-9BF3-961E-9AB4-F0D8A317F165}"/>
                  </a:ext>
                </a:extLst>
              </p:cNvPr>
              <p:cNvSpPr txBox="1"/>
              <p:nvPr/>
            </p:nvSpPr>
            <p:spPr>
              <a:xfrm>
                <a:off x="4511825" y="3504485"/>
                <a:ext cx="3652378" cy="751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𝑖𝑘𝑎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endChr m:val=""/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  <m:sSup>
                                <m:sSupPr>
                                  <m:ctrlP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  <m:sSup>
                                <m:sSupPr>
                                  <m:ctrlP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55E0922-9BF3-961E-9AB4-F0D8A317F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5" y="3504485"/>
                <a:ext cx="3652378" cy="7514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19789DA-4DD2-3B86-539A-B2497898E642}"/>
                  </a:ext>
                </a:extLst>
              </p:cNvPr>
              <p:cNvSpPr txBox="1"/>
              <p:nvPr/>
            </p:nvSpPr>
            <p:spPr>
              <a:xfrm>
                <a:off x="6348028" y="4541291"/>
                <a:ext cx="4163078" cy="939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∣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a:rPr lang="en-US" altLang="zh-CN" sz="1800" b="0" i="0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⁡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19789DA-4DD2-3B86-539A-B2497898E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028" y="4541291"/>
                <a:ext cx="4163078" cy="9399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8B46C88-BADA-0F21-E9A7-A80FB15E0AF5}"/>
                  </a:ext>
                </a:extLst>
              </p:cNvPr>
              <p:cNvSpPr txBox="1"/>
              <p:nvPr/>
            </p:nvSpPr>
            <p:spPr>
              <a:xfrm>
                <a:off x="8368075" y="3420327"/>
                <a:ext cx="3652377" cy="919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8B46C88-BADA-0F21-E9A7-A80FB15E0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075" y="3420327"/>
                <a:ext cx="3652377" cy="9197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5726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/>
      <p:bldP spid="34" grpId="0"/>
      <p:bldP spid="36" grpId="0"/>
      <p:bldP spid="3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C53BF-F991-1215-A20E-B6B2AAE3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75DD60F-0E1A-215D-990E-55DB0ED49DB2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502F522-AC67-0B6D-036B-8F626F9A1B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21C60B0-0DE1-A001-FCE9-4E8863D7009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686B6C7-148B-16CB-69BF-2AE3A459DE1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E50B394-07A4-88B3-C4A4-58994E9A9A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9E2CFCB9-6B12-7326-9A43-43C807DBD9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8517135-0D53-9AA6-5C4A-B1CD3945EA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1F3488D-F7CB-20A8-2CAE-C2C84F713517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0BB274E-8804-7E4A-6B80-0307A9B34A04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E8CB8AC2-EEBC-A9A9-3B90-4FF8F54D564F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F5A2075-6AC0-8E21-7659-9EB72826B078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C956F34-0697-21E9-7550-7E5A05AFA3BF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2129DD2-CDBC-587C-8C4C-51C8EE91C158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FB2089FE-0E2B-1556-7C2E-28AE1673D132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74A2CDD-9586-1E16-5AE1-60F57DEFDB28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AEB57F3C-14BF-C304-DF92-2D7005FBEA02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78321686-4F6C-CEDE-9783-0D6481456487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F706279F-0390-4C7D-CCC8-1C5B52093778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44E15E3-5518-2B80-7C6D-1F793EC9E01B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75DFCD7-8392-2A83-B85D-F593890ADB6B}"/>
              </a:ext>
            </a:extLst>
          </p:cNvPr>
          <p:cNvCxnSpPr>
            <a:cxnSpLocks/>
          </p:cNvCxnSpPr>
          <p:nvPr/>
        </p:nvCxnSpPr>
        <p:spPr>
          <a:xfrm>
            <a:off x="-4740204" y="2960948"/>
            <a:ext cx="9000000" cy="0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EEEA732-F417-045E-51E7-66C400DCE914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DBD832B-D42C-D501-B928-A831BC61748B}"/>
              </a:ext>
            </a:extLst>
          </p:cNvPr>
          <p:cNvCxnSpPr/>
          <p:nvPr/>
        </p:nvCxnSpPr>
        <p:spPr>
          <a:xfrm flipV="1">
            <a:off x="731404" y="1123109"/>
            <a:ext cx="0" cy="42124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F404C5-8D39-808E-93E9-E2C5B27CFCE9}"/>
              </a:ext>
            </a:extLst>
          </p:cNvPr>
          <p:cNvCxnSpPr>
            <a:cxnSpLocks/>
          </p:cNvCxnSpPr>
          <p:nvPr/>
        </p:nvCxnSpPr>
        <p:spPr>
          <a:xfrm>
            <a:off x="-4674858" y="3775620"/>
            <a:ext cx="89858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33B97B53-1BBF-C603-1072-1331E5BFD4DA}"/>
              </a:ext>
            </a:extLst>
          </p:cNvPr>
          <p:cNvSpPr/>
          <p:nvPr/>
        </p:nvSpPr>
        <p:spPr>
          <a:xfrm>
            <a:off x="9857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1E7A765-7F29-2D77-EE8E-40BCDFCF4955}"/>
              </a:ext>
            </a:extLst>
          </p:cNvPr>
          <p:cNvSpPr/>
          <p:nvPr/>
        </p:nvSpPr>
        <p:spPr>
          <a:xfrm flipH="1">
            <a:off x="-3875324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DE0F23-BCD0-6570-F292-F2950D1E5FC9}"/>
              </a:ext>
            </a:extLst>
          </p:cNvPr>
          <p:cNvSpPr txBox="1"/>
          <p:nvPr/>
        </p:nvSpPr>
        <p:spPr>
          <a:xfrm>
            <a:off x="155340" y="2168860"/>
            <a:ext cx="31691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4B28AB-28A4-0AC1-CDBF-A58C1331C177}"/>
              </a:ext>
            </a:extLst>
          </p:cNvPr>
          <p:cNvSpPr txBox="1"/>
          <p:nvPr/>
        </p:nvSpPr>
        <p:spPr>
          <a:xfrm>
            <a:off x="839417" y="2171601"/>
            <a:ext cx="35852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ED262F-CBD1-6A94-B745-44ECA543CFA5}"/>
              </a:ext>
            </a:extLst>
          </p:cNvPr>
          <p:cNvSpPr txBox="1"/>
          <p:nvPr/>
        </p:nvSpPr>
        <p:spPr>
          <a:xfrm>
            <a:off x="1828275" y="2168860"/>
            <a:ext cx="451301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3A9BDE-EEB6-6F8A-DB47-F737854FEB2E}"/>
              </a:ext>
            </a:extLst>
          </p:cNvPr>
          <p:cNvSpPr/>
          <p:nvPr/>
        </p:nvSpPr>
        <p:spPr>
          <a:xfrm>
            <a:off x="739546" y="1900825"/>
            <a:ext cx="909348" cy="1874699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BB64D95-2578-F600-D369-2E39CB402ECB}"/>
              </a:ext>
            </a:extLst>
          </p:cNvPr>
          <p:cNvCxnSpPr>
            <a:cxnSpLocks/>
          </p:cNvCxnSpPr>
          <p:nvPr/>
        </p:nvCxnSpPr>
        <p:spPr>
          <a:xfrm>
            <a:off x="744998" y="3364528"/>
            <a:ext cx="886506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9228A2B-37A5-E72A-8781-89DF6C52A879}"/>
              </a:ext>
            </a:extLst>
          </p:cNvPr>
          <p:cNvCxnSpPr>
            <a:cxnSpLocks/>
          </p:cNvCxnSpPr>
          <p:nvPr/>
        </p:nvCxnSpPr>
        <p:spPr>
          <a:xfrm>
            <a:off x="731404" y="2968828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700D2E6-3E0D-472D-90A1-C7699E3457A4}"/>
              </a:ext>
            </a:extLst>
          </p:cNvPr>
          <p:cNvCxnSpPr>
            <a:cxnSpLocks/>
          </p:cNvCxnSpPr>
          <p:nvPr/>
        </p:nvCxnSpPr>
        <p:spPr>
          <a:xfrm>
            <a:off x="1631504" y="2932824"/>
            <a:ext cx="0" cy="4961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0C50A3B-227E-A22A-4AEE-02F7631682F5}"/>
                  </a:ext>
                </a:extLst>
              </p:cNvPr>
              <p:cNvSpPr txBox="1"/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000" dirty="0">
                    <a:solidFill>
                      <a:schemeClr val="bg1"/>
                    </a:solidFill>
                  </a:rPr>
                  <a:t>=0.5nm</a:t>
                </a:r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0C50A3B-227E-A22A-4AEE-02F763168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6" y="3316291"/>
                <a:ext cx="756084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FF488EF7-1A6F-DDC1-7CA7-46ED197D5795}"/>
              </a:ext>
            </a:extLst>
          </p:cNvPr>
          <p:cNvSpPr txBox="1"/>
          <p:nvPr/>
        </p:nvSpPr>
        <p:spPr>
          <a:xfrm>
            <a:off x="810209" y="1651245"/>
            <a:ext cx="756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solidFill>
                  <a:srgbClr val="F9FAFB"/>
                </a:solidFill>
                <a:latin typeface="KaTeX_Math"/>
              </a:rPr>
              <a:t>V</a:t>
            </a:r>
            <a:r>
              <a:rPr lang="zh-CN" altLang="zh-CN" sz="1050" baseline="-25000" dirty="0">
                <a:solidFill>
                  <a:srgbClr val="F9FAFB"/>
                </a:solidFill>
                <a:latin typeface="KaTeX_Main"/>
              </a:rPr>
              <a:t>0</a:t>
            </a:r>
            <a:r>
              <a:rPr lang="zh-CN" altLang="zh-CN" sz="1050" dirty="0">
                <a:solidFill>
                  <a:srgbClr val="F9FAFB"/>
                </a:solidFill>
                <a:latin typeface="KaTeX_Main"/>
              </a:rPr>
              <a:t>​=2 eV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59698C6-EDD5-BC41-B595-F315C5208350}"/>
                  </a:ext>
                </a:extLst>
              </p:cNvPr>
              <p:cNvSpPr txBox="1"/>
              <p:nvPr/>
            </p:nvSpPr>
            <p:spPr>
              <a:xfrm>
                <a:off x="4259796" y="2148588"/>
                <a:ext cx="8466666" cy="924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等线" panose="02010600030101010101" pitchFamily="2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取：</a:t>
                </a:r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=9.109×</m:t>
                      </m:r>
                      <m:sSup>
                        <m:sSup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31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kg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1800" i="0" kern="100">
                              <a:solidFill>
                                <a:schemeClr val="bg1"/>
                              </a:solidFill>
                              <a:effectLst/>
                              <a:latin typeface="等线" panose="02010600030101010101" pitchFamily="2" charset="-122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电子</m:t>
                          </m:r>
                        </m:e>
                      </m:d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eV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eV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=0.5</m:t>
                      </m:r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nm</m:t>
                      </m:r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ℏ=1.055×</m:t>
                      </m:r>
                      <m:sSup>
                        <m:sSup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34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800" i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J</m:t>
                      </m:r>
                      <m:r>
                        <a:rPr lang="zh-CN" altLang="en-US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CN" sz="1800" i="0" kern="10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s</m:t>
                      </m:r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59698C6-EDD5-BC41-B595-F315C5208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796" y="2148588"/>
                <a:ext cx="8466666" cy="924740"/>
              </a:xfrm>
              <a:prstGeom prst="rect">
                <a:avLst/>
              </a:prstGeom>
              <a:blipFill>
                <a:blip r:embed="rId3"/>
                <a:stretch>
                  <a:fillRect l="-648" t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4DACA14-8DFF-0F4A-023D-658A52417441}"/>
                  </a:ext>
                </a:extLst>
              </p:cNvPr>
              <p:cNvSpPr txBox="1"/>
              <p:nvPr/>
            </p:nvSpPr>
            <p:spPr>
              <a:xfrm>
                <a:off x="4331216" y="3599728"/>
                <a:ext cx="8928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zh-CN" altLang="en-US" sz="18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CN" sz="18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0.0236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4DACA14-8DFF-0F4A-023D-658A52417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216" y="3599728"/>
                <a:ext cx="89281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6B46288-49C2-B700-2626-D537BB80B6EE}"/>
                  </a:ext>
                </a:extLst>
              </p:cNvPr>
              <p:cNvSpPr txBox="1"/>
              <p:nvPr/>
            </p:nvSpPr>
            <p:spPr>
              <a:xfrm>
                <a:off x="4115780" y="512676"/>
                <a:ext cx="4163078" cy="939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1800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∣</m:t>
                      </m:r>
                      <m:r>
                        <a:rPr lang="zh-CN" altLang="en-US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a:rPr lang="en-US" altLang="zh-CN" sz="1800" b="0" i="0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zh-CN" altLang="en-US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⁡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𝜅</m:t>
                          </m:r>
                          <m:r>
                            <a:rPr lang="zh-CN" altLang="en-US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6B46288-49C2-B700-2626-D537BB80B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780" y="512676"/>
                <a:ext cx="4163078" cy="9399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CFD7BC7-5FF8-7306-210F-F39ABFE23DE5}"/>
                  </a:ext>
                </a:extLst>
              </p:cNvPr>
              <p:cNvSpPr txBox="1"/>
              <p:nvPr/>
            </p:nvSpPr>
            <p:spPr>
              <a:xfrm>
                <a:off x="8368075" y="368660"/>
                <a:ext cx="3652377" cy="919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𝑚𝐸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CFD7BC7-5FF8-7306-210F-F39ABFE23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075" y="368660"/>
                <a:ext cx="3652377" cy="9197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7491FBED-C1C0-ED4F-1320-D9E5A115FAB3}"/>
              </a:ext>
            </a:extLst>
          </p:cNvPr>
          <p:cNvSpPr/>
          <p:nvPr/>
        </p:nvSpPr>
        <p:spPr>
          <a:xfrm>
            <a:off x="8136614" y="3569085"/>
            <a:ext cx="1332146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361257-4F75-73BA-5758-E385B191E76F}"/>
              </a:ext>
            </a:extLst>
          </p:cNvPr>
          <p:cNvSpPr txBox="1"/>
          <p:nvPr/>
        </p:nvSpPr>
        <p:spPr>
          <a:xfrm>
            <a:off x="1127449" y="4307151"/>
            <a:ext cx="345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墙右边确实有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波</a:t>
            </a:r>
            <a:r>
              <a:rPr lang="zh-CN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，粒子可能出现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1DA154A-B92B-22E5-37E7-359491D1FAC5}"/>
              </a:ext>
            </a:extLst>
          </p:cNvPr>
          <p:cNvSpPr>
            <a:spLocks noChangeAspect="1"/>
          </p:cNvSpPr>
          <p:nvPr/>
        </p:nvSpPr>
        <p:spPr>
          <a:xfrm>
            <a:off x="587388" y="2893662"/>
            <a:ext cx="1201408" cy="126265"/>
          </a:xfrm>
          <a:custGeom>
            <a:avLst/>
            <a:gdLst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887186 w 2019300"/>
              <a:gd name="csY3" fmla="*/ 27220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1100 w 2019300"/>
              <a:gd name="csY4" fmla="*/ 90896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52525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55272 w 2019300"/>
              <a:gd name="csY5" fmla="*/ 16334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620 h 941620"/>
              <a:gd name="csX1" fmla="*/ 413657 w 2019300"/>
              <a:gd name="csY1" fmla="*/ 6 h 941620"/>
              <a:gd name="csX2" fmla="*/ 696686 w 2019300"/>
              <a:gd name="csY2" fmla="*/ 925292 h 941620"/>
              <a:gd name="csX3" fmla="*/ 1001486 w 2019300"/>
              <a:gd name="csY3" fmla="*/ 17695 h 941620"/>
              <a:gd name="csX4" fmla="*/ 1182688 w 2019300"/>
              <a:gd name="csY4" fmla="*/ 902613 h 941620"/>
              <a:gd name="csX5" fmla="*/ 1363210 w 2019300"/>
              <a:gd name="csY5" fmla="*/ 95709 h 941620"/>
              <a:gd name="csX6" fmla="*/ 1567543 w 2019300"/>
              <a:gd name="csY6" fmla="*/ 908963 h 941620"/>
              <a:gd name="csX7" fmla="*/ 1719943 w 2019300"/>
              <a:gd name="csY7" fmla="*/ 212277 h 941620"/>
              <a:gd name="csX8" fmla="*/ 2019300 w 2019300"/>
              <a:gd name="csY8" fmla="*/ 587834 h 941620"/>
              <a:gd name="csX0" fmla="*/ 0 w 2019300"/>
              <a:gd name="csY0" fmla="*/ 941943 h 941943"/>
              <a:gd name="csX1" fmla="*/ 413657 w 2019300"/>
              <a:gd name="csY1" fmla="*/ 329 h 941943"/>
              <a:gd name="csX2" fmla="*/ 771299 w 2019300"/>
              <a:gd name="csY2" fmla="*/ 825603 h 941943"/>
              <a:gd name="csX3" fmla="*/ 1001486 w 2019300"/>
              <a:gd name="csY3" fmla="*/ 18018 h 941943"/>
              <a:gd name="csX4" fmla="*/ 1182688 w 2019300"/>
              <a:gd name="csY4" fmla="*/ 902936 h 941943"/>
              <a:gd name="csX5" fmla="*/ 1363210 w 2019300"/>
              <a:gd name="csY5" fmla="*/ 96032 h 941943"/>
              <a:gd name="csX6" fmla="*/ 1567543 w 2019300"/>
              <a:gd name="csY6" fmla="*/ 909286 h 941943"/>
              <a:gd name="csX7" fmla="*/ 1719943 w 2019300"/>
              <a:gd name="csY7" fmla="*/ 212600 h 941943"/>
              <a:gd name="csX8" fmla="*/ 2019300 w 2019300"/>
              <a:gd name="csY8" fmla="*/ 588157 h 941943"/>
              <a:gd name="csX0" fmla="*/ 0 w 2019300"/>
              <a:gd name="csY0" fmla="*/ 924077 h 924077"/>
              <a:gd name="csX1" fmla="*/ 551770 w 2019300"/>
              <a:gd name="csY1" fmla="*/ 52313 h 924077"/>
              <a:gd name="csX2" fmla="*/ 771299 w 2019300"/>
              <a:gd name="csY2" fmla="*/ 807737 h 924077"/>
              <a:gd name="csX3" fmla="*/ 1001486 w 2019300"/>
              <a:gd name="csY3" fmla="*/ 152 h 924077"/>
              <a:gd name="csX4" fmla="*/ 1182688 w 2019300"/>
              <a:gd name="csY4" fmla="*/ 885070 h 924077"/>
              <a:gd name="csX5" fmla="*/ 1363210 w 2019300"/>
              <a:gd name="csY5" fmla="*/ 78166 h 924077"/>
              <a:gd name="csX6" fmla="*/ 1567543 w 2019300"/>
              <a:gd name="csY6" fmla="*/ 891420 h 924077"/>
              <a:gd name="csX7" fmla="*/ 1719943 w 2019300"/>
              <a:gd name="csY7" fmla="*/ 194734 h 924077"/>
              <a:gd name="csX8" fmla="*/ 2019300 w 2019300"/>
              <a:gd name="csY8" fmla="*/ 570291 h 924077"/>
              <a:gd name="csX0" fmla="*/ 0 w 1660525"/>
              <a:gd name="csY0" fmla="*/ 819302 h 891838"/>
              <a:gd name="csX1" fmla="*/ 192995 w 1660525"/>
              <a:gd name="csY1" fmla="*/ 52313 h 891838"/>
              <a:gd name="csX2" fmla="*/ 412524 w 1660525"/>
              <a:gd name="csY2" fmla="*/ 807737 h 891838"/>
              <a:gd name="csX3" fmla="*/ 642711 w 1660525"/>
              <a:gd name="csY3" fmla="*/ 152 h 891838"/>
              <a:gd name="csX4" fmla="*/ 823913 w 1660525"/>
              <a:gd name="csY4" fmla="*/ 885070 h 891838"/>
              <a:gd name="csX5" fmla="*/ 1004435 w 1660525"/>
              <a:gd name="csY5" fmla="*/ 78166 h 891838"/>
              <a:gd name="csX6" fmla="*/ 1208768 w 1660525"/>
              <a:gd name="csY6" fmla="*/ 891420 h 891838"/>
              <a:gd name="csX7" fmla="*/ 1361168 w 1660525"/>
              <a:gd name="csY7" fmla="*/ 194734 h 891838"/>
              <a:gd name="csX8" fmla="*/ 1660525 w 1660525"/>
              <a:gd name="csY8" fmla="*/ 570291 h 891838"/>
              <a:gd name="csX0" fmla="*/ 0 w 1660525"/>
              <a:gd name="csY0" fmla="*/ 819303 h 891839"/>
              <a:gd name="csX1" fmla="*/ 231095 w 1660525"/>
              <a:gd name="csY1" fmla="*/ 104702 h 891839"/>
              <a:gd name="csX2" fmla="*/ 412524 w 1660525"/>
              <a:gd name="csY2" fmla="*/ 807738 h 891839"/>
              <a:gd name="csX3" fmla="*/ 642711 w 1660525"/>
              <a:gd name="csY3" fmla="*/ 153 h 891839"/>
              <a:gd name="csX4" fmla="*/ 823913 w 1660525"/>
              <a:gd name="csY4" fmla="*/ 885071 h 891839"/>
              <a:gd name="csX5" fmla="*/ 1004435 w 1660525"/>
              <a:gd name="csY5" fmla="*/ 78167 h 891839"/>
              <a:gd name="csX6" fmla="*/ 1208768 w 1660525"/>
              <a:gd name="csY6" fmla="*/ 891421 h 891839"/>
              <a:gd name="csX7" fmla="*/ 1361168 w 1660525"/>
              <a:gd name="csY7" fmla="*/ 194735 h 891839"/>
              <a:gd name="csX8" fmla="*/ 1660525 w 1660525"/>
              <a:gd name="csY8" fmla="*/ 570292 h 891839"/>
              <a:gd name="csX0" fmla="*/ 0 w 1593850"/>
              <a:gd name="csY0" fmla="*/ 695478 h 891839"/>
              <a:gd name="csX1" fmla="*/ 164420 w 1593850"/>
              <a:gd name="csY1" fmla="*/ 104702 h 891839"/>
              <a:gd name="csX2" fmla="*/ 345849 w 1593850"/>
              <a:gd name="csY2" fmla="*/ 807738 h 891839"/>
              <a:gd name="csX3" fmla="*/ 576036 w 1593850"/>
              <a:gd name="csY3" fmla="*/ 153 h 891839"/>
              <a:gd name="csX4" fmla="*/ 757238 w 1593850"/>
              <a:gd name="csY4" fmla="*/ 885071 h 891839"/>
              <a:gd name="csX5" fmla="*/ 937760 w 1593850"/>
              <a:gd name="csY5" fmla="*/ 78167 h 891839"/>
              <a:gd name="csX6" fmla="*/ 1142093 w 1593850"/>
              <a:gd name="csY6" fmla="*/ 891421 h 891839"/>
              <a:gd name="csX7" fmla="*/ 1294493 w 1593850"/>
              <a:gd name="csY7" fmla="*/ 194735 h 891839"/>
              <a:gd name="csX8" fmla="*/ 1593850 w 1593850"/>
              <a:gd name="csY8" fmla="*/ 570292 h 891839"/>
              <a:gd name="csX0" fmla="*/ 0 w 2111375"/>
              <a:gd name="csY0" fmla="*/ 525616 h 891839"/>
              <a:gd name="csX1" fmla="*/ 681945 w 2111375"/>
              <a:gd name="csY1" fmla="*/ 104702 h 891839"/>
              <a:gd name="csX2" fmla="*/ 863374 w 2111375"/>
              <a:gd name="csY2" fmla="*/ 807738 h 891839"/>
              <a:gd name="csX3" fmla="*/ 1093561 w 2111375"/>
              <a:gd name="csY3" fmla="*/ 153 h 891839"/>
              <a:gd name="csX4" fmla="*/ 1274763 w 2111375"/>
              <a:gd name="csY4" fmla="*/ 885071 h 891839"/>
              <a:gd name="csX5" fmla="*/ 1455285 w 2111375"/>
              <a:gd name="csY5" fmla="*/ 78167 h 891839"/>
              <a:gd name="csX6" fmla="*/ 1659618 w 2111375"/>
              <a:gd name="csY6" fmla="*/ 891421 h 891839"/>
              <a:gd name="csX7" fmla="*/ 1812018 w 2111375"/>
              <a:gd name="csY7" fmla="*/ 194735 h 891839"/>
              <a:gd name="csX8" fmla="*/ 2111375 w 2111375"/>
              <a:gd name="csY8" fmla="*/ 570292 h 891839"/>
              <a:gd name="csX0" fmla="*/ 0 w 2111375"/>
              <a:gd name="csY0" fmla="*/ 525616 h 891839"/>
              <a:gd name="csX1" fmla="*/ 488724 w 2111375"/>
              <a:gd name="csY1" fmla="*/ 789823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493486 w 2111375"/>
              <a:gd name="csY1" fmla="*/ 748548 h 891839"/>
              <a:gd name="csX2" fmla="*/ 681945 w 2111375"/>
              <a:gd name="csY2" fmla="*/ 104702 h 891839"/>
              <a:gd name="csX3" fmla="*/ 863374 w 2111375"/>
              <a:gd name="csY3" fmla="*/ 807738 h 891839"/>
              <a:gd name="csX4" fmla="*/ 1093561 w 2111375"/>
              <a:gd name="csY4" fmla="*/ 153 h 891839"/>
              <a:gd name="csX5" fmla="*/ 1274763 w 2111375"/>
              <a:gd name="csY5" fmla="*/ 885071 h 891839"/>
              <a:gd name="csX6" fmla="*/ 1455285 w 2111375"/>
              <a:gd name="csY6" fmla="*/ 78167 h 891839"/>
              <a:gd name="csX7" fmla="*/ 1659618 w 2111375"/>
              <a:gd name="csY7" fmla="*/ 891421 h 891839"/>
              <a:gd name="csX8" fmla="*/ 1812018 w 2111375"/>
              <a:gd name="csY8" fmla="*/ 194735 h 891839"/>
              <a:gd name="csX9" fmla="*/ 2111375 w 2111375"/>
              <a:gd name="csY9" fmla="*/ 570292 h 891839"/>
              <a:gd name="csX0" fmla="*/ 0 w 2111375"/>
              <a:gd name="csY0" fmla="*/ 525616 h 891839"/>
              <a:gd name="csX1" fmla="*/ 345849 w 2111375"/>
              <a:gd name="csY1" fmla="*/ 181811 h 891839"/>
              <a:gd name="csX2" fmla="*/ 493486 w 2111375"/>
              <a:gd name="csY2" fmla="*/ 748548 h 891839"/>
              <a:gd name="csX3" fmla="*/ 681945 w 2111375"/>
              <a:gd name="csY3" fmla="*/ 104702 h 891839"/>
              <a:gd name="csX4" fmla="*/ 863374 w 2111375"/>
              <a:gd name="csY4" fmla="*/ 807738 h 891839"/>
              <a:gd name="csX5" fmla="*/ 1093561 w 2111375"/>
              <a:gd name="csY5" fmla="*/ 153 h 891839"/>
              <a:gd name="csX6" fmla="*/ 1274763 w 2111375"/>
              <a:gd name="csY6" fmla="*/ 885071 h 891839"/>
              <a:gd name="csX7" fmla="*/ 1455285 w 2111375"/>
              <a:gd name="csY7" fmla="*/ 78167 h 891839"/>
              <a:gd name="csX8" fmla="*/ 1659618 w 2111375"/>
              <a:gd name="csY8" fmla="*/ 891421 h 891839"/>
              <a:gd name="csX9" fmla="*/ 1812018 w 2111375"/>
              <a:gd name="csY9" fmla="*/ 194735 h 891839"/>
              <a:gd name="csX10" fmla="*/ 2111375 w 2111375"/>
              <a:gd name="csY10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681945 w 2111375"/>
              <a:gd name="csY4" fmla="*/ 104702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493486 w 2111375"/>
              <a:gd name="csY3" fmla="*/ 7485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345849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77612 w 2111375"/>
              <a:gd name="csY2" fmla="*/ 181811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743786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216768 w 2111375"/>
              <a:gd name="csY1" fmla="*/ 690476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111375"/>
              <a:gd name="csY0" fmla="*/ 525616 h 891839"/>
              <a:gd name="csX1" fmla="*/ 326305 w 2111375"/>
              <a:gd name="csY1" fmla="*/ 568239 h 891839"/>
              <a:gd name="csX2" fmla="*/ 442687 w 2111375"/>
              <a:gd name="csY2" fmla="*/ 265949 h 891839"/>
              <a:gd name="csX3" fmla="*/ 541111 w 2111375"/>
              <a:gd name="csY3" fmla="*/ 659648 h 891839"/>
              <a:gd name="csX4" fmla="*/ 740683 w 2111375"/>
              <a:gd name="csY4" fmla="*/ 107877 h 891839"/>
              <a:gd name="csX5" fmla="*/ 863374 w 2111375"/>
              <a:gd name="csY5" fmla="*/ 807738 h 891839"/>
              <a:gd name="csX6" fmla="*/ 1093561 w 2111375"/>
              <a:gd name="csY6" fmla="*/ 153 h 891839"/>
              <a:gd name="csX7" fmla="*/ 1274763 w 2111375"/>
              <a:gd name="csY7" fmla="*/ 885071 h 891839"/>
              <a:gd name="csX8" fmla="*/ 1455285 w 2111375"/>
              <a:gd name="csY8" fmla="*/ 78167 h 891839"/>
              <a:gd name="csX9" fmla="*/ 1659618 w 2111375"/>
              <a:gd name="csY9" fmla="*/ 891421 h 891839"/>
              <a:gd name="csX10" fmla="*/ 1812018 w 2111375"/>
              <a:gd name="csY10" fmla="*/ 194735 h 891839"/>
              <a:gd name="csX11" fmla="*/ 2111375 w 2111375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702481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91839"/>
              <a:gd name="csX1" fmla="*/ 216768 w 2001838"/>
              <a:gd name="csY1" fmla="*/ 568239 h 891839"/>
              <a:gd name="csX2" fmla="*/ 333150 w 2001838"/>
              <a:gd name="csY2" fmla="*/ 265949 h 891839"/>
              <a:gd name="csX3" fmla="*/ 431574 w 2001838"/>
              <a:gd name="csY3" fmla="*/ 659648 h 891839"/>
              <a:gd name="csX4" fmla="*/ 631146 w 2001838"/>
              <a:gd name="csY4" fmla="*/ 107877 h 891839"/>
              <a:gd name="csX5" fmla="*/ 753837 w 2001838"/>
              <a:gd name="csY5" fmla="*/ 807738 h 891839"/>
              <a:gd name="csX6" fmla="*/ 984024 w 2001838"/>
              <a:gd name="csY6" fmla="*/ 153 h 891839"/>
              <a:gd name="csX7" fmla="*/ 1165226 w 2001838"/>
              <a:gd name="csY7" fmla="*/ 885071 h 891839"/>
              <a:gd name="csX8" fmla="*/ 1345748 w 2001838"/>
              <a:gd name="csY8" fmla="*/ 78167 h 891839"/>
              <a:gd name="csX9" fmla="*/ 1550081 w 2001838"/>
              <a:gd name="csY9" fmla="*/ 891421 h 891839"/>
              <a:gd name="csX10" fmla="*/ 1692956 w 2001838"/>
              <a:gd name="csY10" fmla="*/ 194735 h 891839"/>
              <a:gd name="csX11" fmla="*/ 2001838 w 2001838"/>
              <a:gd name="csY11" fmla="*/ 570292 h 89183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92956 w 2001838"/>
              <a:gd name="csY10" fmla="*/ 194735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2001838 w 2001838"/>
              <a:gd name="csY11" fmla="*/ 570292 h 885229"/>
              <a:gd name="csX0" fmla="*/ 0 w 2001838"/>
              <a:gd name="csY0" fmla="*/ 468466 h 885229"/>
              <a:gd name="csX1" fmla="*/ 216768 w 2001838"/>
              <a:gd name="csY1" fmla="*/ 568239 h 885229"/>
              <a:gd name="csX2" fmla="*/ 333150 w 2001838"/>
              <a:gd name="csY2" fmla="*/ 265949 h 885229"/>
              <a:gd name="csX3" fmla="*/ 431574 w 2001838"/>
              <a:gd name="csY3" fmla="*/ 659648 h 885229"/>
              <a:gd name="csX4" fmla="*/ 631146 w 2001838"/>
              <a:gd name="csY4" fmla="*/ 107877 h 885229"/>
              <a:gd name="csX5" fmla="*/ 753837 w 2001838"/>
              <a:gd name="csY5" fmla="*/ 807738 h 885229"/>
              <a:gd name="csX6" fmla="*/ 984024 w 2001838"/>
              <a:gd name="csY6" fmla="*/ 153 h 885229"/>
              <a:gd name="csX7" fmla="*/ 1165226 w 2001838"/>
              <a:gd name="csY7" fmla="*/ 885071 h 885229"/>
              <a:gd name="csX8" fmla="*/ 1345748 w 2001838"/>
              <a:gd name="csY8" fmla="*/ 78167 h 885229"/>
              <a:gd name="csX9" fmla="*/ 1486581 w 2001838"/>
              <a:gd name="csY9" fmla="*/ 721558 h 885229"/>
              <a:gd name="csX10" fmla="*/ 1658031 w 2001838"/>
              <a:gd name="csY10" fmla="*/ 193148 h 885229"/>
              <a:gd name="csX11" fmla="*/ 1793155 w 2001838"/>
              <a:gd name="csY11" fmla="*/ 658726 h 885229"/>
              <a:gd name="csX12" fmla="*/ 2001838 w 2001838"/>
              <a:gd name="csY12" fmla="*/ 570292 h 885229"/>
              <a:gd name="csX0" fmla="*/ 0 w 1979613"/>
              <a:gd name="csY0" fmla="*/ 468466 h 885229"/>
              <a:gd name="csX1" fmla="*/ 216768 w 1979613"/>
              <a:gd name="csY1" fmla="*/ 568239 h 885229"/>
              <a:gd name="csX2" fmla="*/ 333150 w 1979613"/>
              <a:gd name="csY2" fmla="*/ 265949 h 885229"/>
              <a:gd name="csX3" fmla="*/ 431574 w 1979613"/>
              <a:gd name="csY3" fmla="*/ 659648 h 885229"/>
              <a:gd name="csX4" fmla="*/ 631146 w 1979613"/>
              <a:gd name="csY4" fmla="*/ 107877 h 885229"/>
              <a:gd name="csX5" fmla="*/ 753837 w 1979613"/>
              <a:gd name="csY5" fmla="*/ 807738 h 885229"/>
              <a:gd name="csX6" fmla="*/ 984024 w 1979613"/>
              <a:gd name="csY6" fmla="*/ 153 h 885229"/>
              <a:gd name="csX7" fmla="*/ 1165226 w 1979613"/>
              <a:gd name="csY7" fmla="*/ 885071 h 885229"/>
              <a:gd name="csX8" fmla="*/ 1345748 w 1979613"/>
              <a:gd name="csY8" fmla="*/ 78167 h 885229"/>
              <a:gd name="csX9" fmla="*/ 1486581 w 1979613"/>
              <a:gd name="csY9" fmla="*/ 721558 h 885229"/>
              <a:gd name="csX10" fmla="*/ 1658031 w 1979613"/>
              <a:gd name="csY10" fmla="*/ 193148 h 885229"/>
              <a:gd name="csX11" fmla="*/ 1793155 w 1979613"/>
              <a:gd name="csY11" fmla="*/ 658726 h 885229"/>
              <a:gd name="csX12" fmla="*/ 1979613 w 1979613"/>
              <a:gd name="csY12" fmla="*/ 403605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284413 w 2284413"/>
              <a:gd name="csY12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2078906 w 2284413"/>
              <a:gd name="csY12" fmla="*/ 365038 h 885229"/>
              <a:gd name="csX13" fmla="*/ 2284413 w 2284413"/>
              <a:gd name="csY13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978894 w 2284413"/>
              <a:gd name="csY12" fmla="*/ 588876 h 885229"/>
              <a:gd name="csX13" fmla="*/ 2078906 w 2284413"/>
              <a:gd name="csY13" fmla="*/ 365038 h 885229"/>
              <a:gd name="csX14" fmla="*/ 2284413 w 2284413"/>
              <a:gd name="csY14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31574 w 2284413"/>
              <a:gd name="csY3" fmla="*/ 659648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33150 w 2284413"/>
              <a:gd name="csY2" fmla="*/ 26594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16768 w 2284413"/>
              <a:gd name="csY1" fmla="*/ 568239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8075 w 2284413"/>
              <a:gd name="csY2" fmla="*/ 259599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250106 w 2284413"/>
              <a:gd name="csY1" fmla="*/ 585702 h 885229"/>
              <a:gd name="csX2" fmla="*/ 361725 w 2284413"/>
              <a:gd name="csY2" fmla="*/ 258012 h 885229"/>
              <a:gd name="csX3" fmla="*/ 477611 w 2284413"/>
              <a:gd name="csY3" fmla="*/ 664410 h 885229"/>
              <a:gd name="csX4" fmla="*/ 631146 w 2284413"/>
              <a:gd name="csY4" fmla="*/ 107877 h 885229"/>
              <a:gd name="csX5" fmla="*/ 753837 w 2284413"/>
              <a:gd name="csY5" fmla="*/ 807738 h 885229"/>
              <a:gd name="csX6" fmla="*/ 984024 w 2284413"/>
              <a:gd name="csY6" fmla="*/ 153 h 885229"/>
              <a:gd name="csX7" fmla="*/ 1165226 w 2284413"/>
              <a:gd name="csY7" fmla="*/ 885071 h 885229"/>
              <a:gd name="csX8" fmla="*/ 1345748 w 2284413"/>
              <a:gd name="csY8" fmla="*/ 78167 h 885229"/>
              <a:gd name="csX9" fmla="*/ 1486581 w 2284413"/>
              <a:gd name="csY9" fmla="*/ 721558 h 885229"/>
              <a:gd name="csX10" fmla="*/ 1658031 w 2284413"/>
              <a:gd name="csY10" fmla="*/ 193148 h 885229"/>
              <a:gd name="csX11" fmla="*/ 1793155 w 2284413"/>
              <a:gd name="csY11" fmla="*/ 658726 h 885229"/>
              <a:gd name="csX12" fmla="*/ 1870944 w 2284413"/>
              <a:gd name="csY12" fmla="*/ 257088 h 885229"/>
              <a:gd name="csX13" fmla="*/ 1978894 w 2284413"/>
              <a:gd name="csY13" fmla="*/ 588876 h 885229"/>
              <a:gd name="csX14" fmla="*/ 2078906 w 2284413"/>
              <a:gd name="csY14" fmla="*/ 365038 h 885229"/>
              <a:gd name="csX15" fmla="*/ 2284413 w 2284413"/>
              <a:gd name="csY15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570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8031 w 2284413"/>
              <a:gd name="csY11" fmla="*/ 193148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93155 w 2284413"/>
              <a:gd name="csY12" fmla="*/ 65872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6 h 885229"/>
              <a:gd name="csX1" fmla="*/ 147365 w 2284413"/>
              <a:gd name="csY1" fmla="*/ 433301 h 885229"/>
              <a:gd name="csX2" fmla="*/ 250106 w 2284413"/>
              <a:gd name="csY2" fmla="*/ 585702 h 885229"/>
              <a:gd name="csX3" fmla="*/ 361725 w 2284413"/>
              <a:gd name="csY3" fmla="*/ 258012 h 885229"/>
              <a:gd name="csX4" fmla="*/ 477611 w 2284413"/>
              <a:gd name="csY4" fmla="*/ 664410 h 885229"/>
              <a:gd name="csX5" fmla="*/ 631146 w 2284413"/>
              <a:gd name="csY5" fmla="*/ 107877 h 885229"/>
              <a:gd name="csX6" fmla="*/ 753837 w 2284413"/>
              <a:gd name="csY6" fmla="*/ 807738 h 885229"/>
              <a:gd name="csX7" fmla="*/ 984024 w 2284413"/>
              <a:gd name="csY7" fmla="*/ 153 h 885229"/>
              <a:gd name="csX8" fmla="*/ 1165226 w 2284413"/>
              <a:gd name="csY8" fmla="*/ 885071 h 885229"/>
              <a:gd name="csX9" fmla="*/ 1345748 w 2284413"/>
              <a:gd name="csY9" fmla="*/ 78167 h 885229"/>
              <a:gd name="csX10" fmla="*/ 1486581 w 2284413"/>
              <a:gd name="csY10" fmla="*/ 721558 h 885229"/>
              <a:gd name="csX11" fmla="*/ 1651681 w 2284413"/>
              <a:gd name="csY11" fmla="*/ 247123 h 885229"/>
              <a:gd name="csX12" fmla="*/ 1751880 w 2284413"/>
              <a:gd name="csY12" fmla="*/ 652376 h 885229"/>
              <a:gd name="csX13" fmla="*/ 1870944 w 2284413"/>
              <a:gd name="csY13" fmla="*/ 295188 h 885229"/>
              <a:gd name="csX14" fmla="*/ 1978894 w 2284413"/>
              <a:gd name="csY14" fmla="*/ 588876 h 885229"/>
              <a:gd name="csX15" fmla="*/ 2078906 w 2284413"/>
              <a:gd name="csY15" fmla="*/ 365038 h 885229"/>
              <a:gd name="csX16" fmla="*/ 2284413 w 2284413"/>
              <a:gd name="csY16" fmla="*/ 392492 h 885229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1725 w 2284413"/>
              <a:gd name="csY3" fmla="*/ 258014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7611 w 2284413"/>
              <a:gd name="csY4" fmla="*/ 66441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85704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51880 w 2284413"/>
              <a:gd name="csY12" fmla="*/ 652378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78894 w 2284413"/>
              <a:gd name="csY14" fmla="*/ 588878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39180 w 2284413"/>
              <a:gd name="csY12" fmla="*/ 642853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284413"/>
              <a:gd name="csY0" fmla="*/ 468468 h 885231"/>
              <a:gd name="csX1" fmla="*/ 147365 w 2284413"/>
              <a:gd name="csY1" fmla="*/ 433303 h 885231"/>
              <a:gd name="csX2" fmla="*/ 250106 w 2284413"/>
              <a:gd name="csY2" fmla="*/ 550779 h 885231"/>
              <a:gd name="csX3" fmla="*/ 368075 w 2284413"/>
              <a:gd name="csY3" fmla="*/ 310401 h 885231"/>
              <a:gd name="csX4" fmla="*/ 471261 w 2284413"/>
              <a:gd name="csY4" fmla="*/ 632662 h 885231"/>
              <a:gd name="csX5" fmla="*/ 654958 w 2284413"/>
              <a:gd name="csY5" fmla="*/ 160267 h 885231"/>
              <a:gd name="csX6" fmla="*/ 753837 w 2284413"/>
              <a:gd name="csY6" fmla="*/ 807740 h 885231"/>
              <a:gd name="csX7" fmla="*/ 984024 w 2284413"/>
              <a:gd name="csY7" fmla="*/ 155 h 885231"/>
              <a:gd name="csX8" fmla="*/ 1165226 w 2284413"/>
              <a:gd name="csY8" fmla="*/ 885073 h 885231"/>
              <a:gd name="csX9" fmla="*/ 1345748 w 2284413"/>
              <a:gd name="csY9" fmla="*/ 78169 h 885231"/>
              <a:gd name="csX10" fmla="*/ 1486581 w 2284413"/>
              <a:gd name="csY10" fmla="*/ 721560 h 885231"/>
              <a:gd name="csX11" fmla="*/ 1651681 w 2284413"/>
              <a:gd name="csY11" fmla="*/ 247125 h 885231"/>
              <a:gd name="csX12" fmla="*/ 1745530 w 2284413"/>
              <a:gd name="csY12" fmla="*/ 619041 h 885231"/>
              <a:gd name="csX13" fmla="*/ 1870944 w 2284413"/>
              <a:gd name="csY13" fmla="*/ 295190 h 885231"/>
              <a:gd name="csX14" fmla="*/ 1993181 w 2284413"/>
              <a:gd name="csY14" fmla="*/ 546016 h 885231"/>
              <a:gd name="csX15" fmla="*/ 2078906 w 2284413"/>
              <a:gd name="csY15" fmla="*/ 365040 h 885231"/>
              <a:gd name="csX16" fmla="*/ 2284413 w 2284413"/>
              <a:gd name="csY16" fmla="*/ 392494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078906 w 2444751"/>
              <a:gd name="csY15" fmla="*/ 36504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68075 w 2444751"/>
              <a:gd name="csY3" fmla="*/ 310401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250106 w 2444751"/>
              <a:gd name="csY2" fmla="*/ 550779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147365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444751"/>
              <a:gd name="csY0" fmla="*/ 468468 h 885231"/>
              <a:gd name="csX1" fmla="*/ 69578 w 2444751"/>
              <a:gd name="csY1" fmla="*/ 433303 h 885231"/>
              <a:gd name="csX2" fmla="*/ 196131 w 2444751"/>
              <a:gd name="csY2" fmla="*/ 546016 h 885231"/>
              <a:gd name="csX3" fmla="*/ 342675 w 2444751"/>
              <a:gd name="csY3" fmla="*/ 311989 h 885231"/>
              <a:gd name="csX4" fmla="*/ 471261 w 2444751"/>
              <a:gd name="csY4" fmla="*/ 632662 h 885231"/>
              <a:gd name="csX5" fmla="*/ 654958 w 2444751"/>
              <a:gd name="csY5" fmla="*/ 160267 h 885231"/>
              <a:gd name="csX6" fmla="*/ 753837 w 2444751"/>
              <a:gd name="csY6" fmla="*/ 807740 h 885231"/>
              <a:gd name="csX7" fmla="*/ 984024 w 2444751"/>
              <a:gd name="csY7" fmla="*/ 155 h 885231"/>
              <a:gd name="csX8" fmla="*/ 1165226 w 2444751"/>
              <a:gd name="csY8" fmla="*/ 885073 h 885231"/>
              <a:gd name="csX9" fmla="*/ 1345748 w 2444751"/>
              <a:gd name="csY9" fmla="*/ 78169 h 885231"/>
              <a:gd name="csX10" fmla="*/ 1486581 w 2444751"/>
              <a:gd name="csY10" fmla="*/ 721560 h 885231"/>
              <a:gd name="csX11" fmla="*/ 1651681 w 2444751"/>
              <a:gd name="csY11" fmla="*/ 247125 h 885231"/>
              <a:gd name="csX12" fmla="*/ 1745530 w 2444751"/>
              <a:gd name="csY12" fmla="*/ 619041 h 885231"/>
              <a:gd name="csX13" fmla="*/ 1870944 w 2444751"/>
              <a:gd name="csY13" fmla="*/ 295190 h 885231"/>
              <a:gd name="csX14" fmla="*/ 1993181 w 2444751"/>
              <a:gd name="csY14" fmla="*/ 546016 h 885231"/>
              <a:gd name="csX15" fmla="*/ 2132881 w 2444751"/>
              <a:gd name="csY15" fmla="*/ 358690 h 885231"/>
              <a:gd name="csX16" fmla="*/ 2444751 w 2444751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562226 w 2562226"/>
              <a:gd name="csY16" fmla="*/ 457581 h 885231"/>
              <a:gd name="csX0" fmla="*/ 0 w 2562226"/>
              <a:gd name="csY0" fmla="*/ 473231 h 885231"/>
              <a:gd name="csX1" fmla="*/ 187053 w 2562226"/>
              <a:gd name="csY1" fmla="*/ 433303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562226"/>
              <a:gd name="csY0" fmla="*/ 473231 h 885231"/>
              <a:gd name="csX1" fmla="*/ 183878 w 2562226"/>
              <a:gd name="csY1" fmla="*/ 417428 h 885231"/>
              <a:gd name="csX2" fmla="*/ 313606 w 2562226"/>
              <a:gd name="csY2" fmla="*/ 546016 h 885231"/>
              <a:gd name="csX3" fmla="*/ 460150 w 2562226"/>
              <a:gd name="csY3" fmla="*/ 311989 h 885231"/>
              <a:gd name="csX4" fmla="*/ 588736 w 2562226"/>
              <a:gd name="csY4" fmla="*/ 632662 h 885231"/>
              <a:gd name="csX5" fmla="*/ 772433 w 2562226"/>
              <a:gd name="csY5" fmla="*/ 160267 h 885231"/>
              <a:gd name="csX6" fmla="*/ 871312 w 2562226"/>
              <a:gd name="csY6" fmla="*/ 807740 h 885231"/>
              <a:gd name="csX7" fmla="*/ 1101499 w 2562226"/>
              <a:gd name="csY7" fmla="*/ 155 h 885231"/>
              <a:gd name="csX8" fmla="*/ 1282701 w 2562226"/>
              <a:gd name="csY8" fmla="*/ 885073 h 885231"/>
              <a:gd name="csX9" fmla="*/ 1463223 w 2562226"/>
              <a:gd name="csY9" fmla="*/ 78169 h 885231"/>
              <a:gd name="csX10" fmla="*/ 1604056 w 2562226"/>
              <a:gd name="csY10" fmla="*/ 721560 h 885231"/>
              <a:gd name="csX11" fmla="*/ 1769156 w 2562226"/>
              <a:gd name="csY11" fmla="*/ 247125 h 885231"/>
              <a:gd name="csX12" fmla="*/ 1863005 w 2562226"/>
              <a:gd name="csY12" fmla="*/ 619041 h 885231"/>
              <a:gd name="csX13" fmla="*/ 1988419 w 2562226"/>
              <a:gd name="csY13" fmla="*/ 295190 h 885231"/>
              <a:gd name="csX14" fmla="*/ 2110656 w 2562226"/>
              <a:gd name="csY14" fmla="*/ 546016 h 885231"/>
              <a:gd name="csX15" fmla="*/ 2250356 w 2562226"/>
              <a:gd name="csY15" fmla="*/ 358690 h 885231"/>
              <a:gd name="csX16" fmla="*/ 2380977 w 2562226"/>
              <a:gd name="csY16" fmla="*/ 466640 h 885231"/>
              <a:gd name="csX17" fmla="*/ 2562226 w 2562226"/>
              <a:gd name="csY17" fmla="*/ 457581 h 885231"/>
              <a:gd name="csX0" fmla="*/ 0 w 2695576"/>
              <a:gd name="csY0" fmla="*/ 473231 h 885231"/>
              <a:gd name="csX1" fmla="*/ 317228 w 2695576"/>
              <a:gd name="csY1" fmla="*/ 417428 h 885231"/>
              <a:gd name="csX2" fmla="*/ 446956 w 2695576"/>
              <a:gd name="csY2" fmla="*/ 546016 h 885231"/>
              <a:gd name="csX3" fmla="*/ 593500 w 2695576"/>
              <a:gd name="csY3" fmla="*/ 311989 h 885231"/>
              <a:gd name="csX4" fmla="*/ 722086 w 2695576"/>
              <a:gd name="csY4" fmla="*/ 632662 h 885231"/>
              <a:gd name="csX5" fmla="*/ 905783 w 2695576"/>
              <a:gd name="csY5" fmla="*/ 160267 h 885231"/>
              <a:gd name="csX6" fmla="*/ 1004662 w 2695576"/>
              <a:gd name="csY6" fmla="*/ 807740 h 885231"/>
              <a:gd name="csX7" fmla="*/ 1234849 w 2695576"/>
              <a:gd name="csY7" fmla="*/ 155 h 885231"/>
              <a:gd name="csX8" fmla="*/ 1416051 w 2695576"/>
              <a:gd name="csY8" fmla="*/ 885073 h 885231"/>
              <a:gd name="csX9" fmla="*/ 1596573 w 2695576"/>
              <a:gd name="csY9" fmla="*/ 78169 h 885231"/>
              <a:gd name="csX10" fmla="*/ 1737406 w 2695576"/>
              <a:gd name="csY10" fmla="*/ 721560 h 885231"/>
              <a:gd name="csX11" fmla="*/ 1902506 w 2695576"/>
              <a:gd name="csY11" fmla="*/ 247125 h 885231"/>
              <a:gd name="csX12" fmla="*/ 1996355 w 2695576"/>
              <a:gd name="csY12" fmla="*/ 619041 h 885231"/>
              <a:gd name="csX13" fmla="*/ 2121769 w 2695576"/>
              <a:gd name="csY13" fmla="*/ 295190 h 885231"/>
              <a:gd name="csX14" fmla="*/ 2244006 w 2695576"/>
              <a:gd name="csY14" fmla="*/ 546016 h 885231"/>
              <a:gd name="csX15" fmla="*/ 2383706 w 2695576"/>
              <a:gd name="csY15" fmla="*/ 358690 h 885231"/>
              <a:gd name="csX16" fmla="*/ 2514327 w 2695576"/>
              <a:gd name="csY16" fmla="*/ 466640 h 885231"/>
              <a:gd name="csX17" fmla="*/ 2695576 w 2695576"/>
              <a:gd name="csY17" fmla="*/ 457581 h 885231"/>
              <a:gd name="csX0" fmla="*/ 0 w 2695576"/>
              <a:gd name="csY0" fmla="*/ 473231 h 885231"/>
              <a:gd name="csX1" fmla="*/ 161652 w 2695576"/>
              <a:gd name="csY1" fmla="*/ 479340 h 885231"/>
              <a:gd name="csX2" fmla="*/ 317228 w 2695576"/>
              <a:gd name="csY2" fmla="*/ 417428 h 885231"/>
              <a:gd name="csX3" fmla="*/ 446956 w 2695576"/>
              <a:gd name="csY3" fmla="*/ 546016 h 885231"/>
              <a:gd name="csX4" fmla="*/ 593500 w 2695576"/>
              <a:gd name="csY4" fmla="*/ 311989 h 885231"/>
              <a:gd name="csX5" fmla="*/ 722086 w 2695576"/>
              <a:gd name="csY5" fmla="*/ 632662 h 885231"/>
              <a:gd name="csX6" fmla="*/ 905783 w 2695576"/>
              <a:gd name="csY6" fmla="*/ 160267 h 885231"/>
              <a:gd name="csX7" fmla="*/ 1004662 w 2695576"/>
              <a:gd name="csY7" fmla="*/ 807740 h 885231"/>
              <a:gd name="csX8" fmla="*/ 1234849 w 2695576"/>
              <a:gd name="csY8" fmla="*/ 155 h 885231"/>
              <a:gd name="csX9" fmla="*/ 1416051 w 2695576"/>
              <a:gd name="csY9" fmla="*/ 885073 h 885231"/>
              <a:gd name="csX10" fmla="*/ 1596573 w 2695576"/>
              <a:gd name="csY10" fmla="*/ 78169 h 885231"/>
              <a:gd name="csX11" fmla="*/ 1737406 w 2695576"/>
              <a:gd name="csY11" fmla="*/ 721560 h 885231"/>
              <a:gd name="csX12" fmla="*/ 1902506 w 2695576"/>
              <a:gd name="csY12" fmla="*/ 247125 h 885231"/>
              <a:gd name="csX13" fmla="*/ 1996355 w 2695576"/>
              <a:gd name="csY13" fmla="*/ 619041 h 885231"/>
              <a:gd name="csX14" fmla="*/ 2121769 w 2695576"/>
              <a:gd name="csY14" fmla="*/ 295190 h 885231"/>
              <a:gd name="csX15" fmla="*/ 2244006 w 2695576"/>
              <a:gd name="csY15" fmla="*/ 546016 h 885231"/>
              <a:gd name="csX16" fmla="*/ 2383706 w 2695576"/>
              <a:gd name="csY16" fmla="*/ 358690 h 885231"/>
              <a:gd name="csX17" fmla="*/ 2514327 w 2695576"/>
              <a:gd name="csY17" fmla="*/ 466640 h 885231"/>
              <a:gd name="csX18" fmla="*/ 2695576 w 2695576"/>
              <a:gd name="csY18" fmla="*/ 457581 h 8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5576" h="885231">
                <a:moveTo>
                  <a:pt x="0" y="473231"/>
                </a:moveTo>
                <a:cubicBezTo>
                  <a:pt x="21121" y="468958"/>
                  <a:pt x="108781" y="488640"/>
                  <a:pt x="161652" y="479340"/>
                </a:cubicBezTo>
                <a:cubicBezTo>
                  <a:pt x="214523" y="470040"/>
                  <a:pt x="263857" y="401024"/>
                  <a:pt x="317228" y="417428"/>
                </a:cubicBezTo>
                <a:cubicBezTo>
                  <a:pt x="370600" y="433832"/>
                  <a:pt x="388475" y="538189"/>
                  <a:pt x="446956" y="546016"/>
                </a:cubicBezTo>
                <a:cubicBezTo>
                  <a:pt x="504598" y="488715"/>
                  <a:pt x="547645" y="297548"/>
                  <a:pt x="593500" y="311989"/>
                </a:cubicBezTo>
                <a:cubicBezTo>
                  <a:pt x="639355" y="326430"/>
                  <a:pt x="651253" y="555290"/>
                  <a:pt x="722086" y="632662"/>
                </a:cubicBezTo>
                <a:cubicBezTo>
                  <a:pt x="783394" y="603671"/>
                  <a:pt x="858687" y="131087"/>
                  <a:pt x="905783" y="160267"/>
                </a:cubicBezTo>
                <a:cubicBezTo>
                  <a:pt x="952879" y="189447"/>
                  <a:pt x="949818" y="834425"/>
                  <a:pt x="1004662" y="807740"/>
                </a:cubicBezTo>
                <a:cubicBezTo>
                  <a:pt x="1059506" y="781055"/>
                  <a:pt x="1166284" y="-12734"/>
                  <a:pt x="1234849" y="155"/>
                </a:cubicBezTo>
                <a:cubicBezTo>
                  <a:pt x="1303414" y="13044"/>
                  <a:pt x="1355764" y="872071"/>
                  <a:pt x="1416051" y="885073"/>
                </a:cubicBezTo>
                <a:cubicBezTo>
                  <a:pt x="1476338" y="898075"/>
                  <a:pt x="1543014" y="105421"/>
                  <a:pt x="1596573" y="78169"/>
                </a:cubicBezTo>
                <a:cubicBezTo>
                  <a:pt x="1650132" y="50917"/>
                  <a:pt x="1686417" y="693401"/>
                  <a:pt x="1737406" y="721560"/>
                </a:cubicBezTo>
                <a:cubicBezTo>
                  <a:pt x="1788395" y="749719"/>
                  <a:pt x="1853262" y="261301"/>
                  <a:pt x="1902506" y="247125"/>
                </a:cubicBezTo>
                <a:cubicBezTo>
                  <a:pt x="1972387" y="299624"/>
                  <a:pt x="1956636" y="541974"/>
                  <a:pt x="1996355" y="619041"/>
                </a:cubicBezTo>
                <a:cubicBezTo>
                  <a:pt x="2036074" y="696108"/>
                  <a:pt x="2090813" y="306832"/>
                  <a:pt x="2121769" y="295190"/>
                </a:cubicBezTo>
                <a:cubicBezTo>
                  <a:pt x="2171775" y="293073"/>
                  <a:pt x="2191354" y="511885"/>
                  <a:pt x="2244006" y="546016"/>
                </a:cubicBezTo>
                <a:cubicBezTo>
                  <a:pt x="2274433" y="497597"/>
                  <a:pt x="2333845" y="370783"/>
                  <a:pt x="2383706" y="358690"/>
                </a:cubicBezTo>
                <a:cubicBezTo>
                  <a:pt x="2428760" y="335406"/>
                  <a:pt x="2462349" y="450158"/>
                  <a:pt x="2514327" y="466640"/>
                </a:cubicBezTo>
                <a:cubicBezTo>
                  <a:pt x="2566305" y="483122"/>
                  <a:pt x="2665368" y="449037"/>
                  <a:pt x="2695576" y="457581"/>
                </a:cubicBezTo>
              </a:path>
            </a:pathLst>
          </a:cu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422FBBC-2968-1DA3-C5E0-A5145400EB3C}"/>
              </a:ext>
            </a:extLst>
          </p:cNvPr>
          <p:cNvGrpSpPr/>
          <p:nvPr/>
        </p:nvGrpSpPr>
        <p:grpSpPr>
          <a:xfrm>
            <a:off x="2797535" y="3092665"/>
            <a:ext cx="485292" cy="1155193"/>
            <a:chOff x="9948789" y="4097118"/>
            <a:chExt cx="485292" cy="1155193"/>
          </a:xfrm>
        </p:grpSpPr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AEB500A3-4116-36E1-1F5B-A7F9C376DC5D}"/>
                </a:ext>
              </a:extLst>
            </p:cNvPr>
            <p:cNvSpPr/>
            <p:nvPr/>
          </p:nvSpPr>
          <p:spPr>
            <a:xfrm>
              <a:off x="9948789" y="4133123"/>
              <a:ext cx="485292" cy="1119188"/>
            </a:xfrm>
            <a:custGeom>
              <a:avLst/>
              <a:gdLst>
                <a:gd name="csX0" fmla="*/ 47625 w 47625"/>
                <a:gd name="csY0" fmla="*/ 412750 h 412750"/>
                <a:gd name="csX1" fmla="*/ 0 w 47625"/>
                <a:gd name="csY1" fmla="*/ 0 h 412750"/>
                <a:gd name="csX0" fmla="*/ 47625 w 108236"/>
                <a:gd name="csY0" fmla="*/ 412750 h 412750"/>
                <a:gd name="csX1" fmla="*/ 107950 w 108236"/>
                <a:gd name="csY1" fmla="*/ 180975 h 412750"/>
                <a:gd name="csX2" fmla="*/ 0 w 108236"/>
                <a:gd name="csY2" fmla="*/ 0 h 412750"/>
                <a:gd name="csX0" fmla="*/ 47625 w 107967"/>
                <a:gd name="csY0" fmla="*/ 412750 h 412750"/>
                <a:gd name="csX1" fmla="*/ 107950 w 107967"/>
                <a:gd name="csY1" fmla="*/ 180975 h 412750"/>
                <a:gd name="csX2" fmla="*/ 0 w 107967"/>
                <a:gd name="csY2" fmla="*/ 0 h 412750"/>
                <a:gd name="csX0" fmla="*/ 47625 w 110393"/>
                <a:gd name="csY0" fmla="*/ 412750 h 412750"/>
                <a:gd name="csX1" fmla="*/ 107950 w 110393"/>
                <a:gd name="csY1" fmla="*/ 180975 h 412750"/>
                <a:gd name="csX2" fmla="*/ 0 w 110393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1597"/>
                <a:gd name="csY0" fmla="*/ 412750 h 412750"/>
                <a:gd name="csX1" fmla="*/ 107950 w 111597"/>
                <a:gd name="csY1" fmla="*/ 180975 h 412750"/>
                <a:gd name="csX2" fmla="*/ 0 w 111597"/>
                <a:gd name="csY2" fmla="*/ 0 h 412750"/>
                <a:gd name="csX0" fmla="*/ 47625 w 113220"/>
                <a:gd name="csY0" fmla="*/ 412750 h 412750"/>
                <a:gd name="csX1" fmla="*/ 107950 w 113220"/>
                <a:gd name="csY1" fmla="*/ 180975 h 412750"/>
                <a:gd name="csX2" fmla="*/ 0 w 113220"/>
                <a:gd name="csY2" fmla="*/ 0 h 412750"/>
                <a:gd name="csX0" fmla="*/ 47625 w 117658"/>
                <a:gd name="csY0" fmla="*/ 412750 h 412750"/>
                <a:gd name="csX1" fmla="*/ 112713 w 117658"/>
                <a:gd name="csY1" fmla="*/ 173037 h 412750"/>
                <a:gd name="csX2" fmla="*/ 0 w 117658"/>
                <a:gd name="csY2" fmla="*/ 0 h 412750"/>
                <a:gd name="csX0" fmla="*/ 47625 w 115669"/>
                <a:gd name="csY0" fmla="*/ 412750 h 412750"/>
                <a:gd name="csX1" fmla="*/ 112713 w 115669"/>
                <a:gd name="csY1" fmla="*/ 173037 h 412750"/>
                <a:gd name="csX2" fmla="*/ 0 w 115669"/>
                <a:gd name="csY2" fmla="*/ 0 h 412750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  <a:gd name="csX0" fmla="*/ 130175 w 200033"/>
                <a:gd name="csY0" fmla="*/ 428625 h 428625"/>
                <a:gd name="csX1" fmla="*/ 195263 w 200033"/>
                <a:gd name="csY1" fmla="*/ 188912 h 428625"/>
                <a:gd name="csX2" fmla="*/ 0 w 200033"/>
                <a:gd name="csY2" fmla="*/ 0 h 428625"/>
                <a:gd name="csX0" fmla="*/ 0 w 421512"/>
                <a:gd name="csY0" fmla="*/ 1171575 h 1171575"/>
                <a:gd name="csX1" fmla="*/ 420688 w 421512"/>
                <a:gd name="csY1" fmla="*/ 188912 h 1171575"/>
                <a:gd name="csX2" fmla="*/ 225425 w 421512"/>
                <a:gd name="csY2" fmla="*/ 0 h 1171575"/>
                <a:gd name="csX0" fmla="*/ 0 w 421512"/>
                <a:gd name="csY0" fmla="*/ 1171575 h 1171575"/>
                <a:gd name="csX1" fmla="*/ 420688 w 421512"/>
                <a:gd name="csY1" fmla="*/ 528637 h 1171575"/>
                <a:gd name="csX2" fmla="*/ 225425 w 421512"/>
                <a:gd name="csY2" fmla="*/ 0 h 1171575"/>
                <a:gd name="csX0" fmla="*/ 0 w 421512"/>
                <a:gd name="csY0" fmla="*/ 1171575 h 1171575"/>
                <a:gd name="csX1" fmla="*/ 420688 w 421512"/>
                <a:gd name="csY1" fmla="*/ 528637 h 1171575"/>
                <a:gd name="csX2" fmla="*/ 225425 w 421512"/>
                <a:gd name="csY2" fmla="*/ 0 h 1171575"/>
                <a:gd name="csX0" fmla="*/ 0 w 438175"/>
                <a:gd name="csY0" fmla="*/ 1171575 h 1171575"/>
                <a:gd name="csX1" fmla="*/ 420688 w 438175"/>
                <a:gd name="csY1" fmla="*/ 528637 h 1171575"/>
                <a:gd name="csX2" fmla="*/ 225425 w 438175"/>
                <a:gd name="csY2" fmla="*/ 0 h 1171575"/>
                <a:gd name="csX0" fmla="*/ 0 w 438175"/>
                <a:gd name="csY0" fmla="*/ 1171575 h 1171575"/>
                <a:gd name="csX1" fmla="*/ 420688 w 438175"/>
                <a:gd name="csY1" fmla="*/ 528637 h 1171575"/>
                <a:gd name="csX2" fmla="*/ 225425 w 438175"/>
                <a:gd name="csY2" fmla="*/ 0 h 1171575"/>
                <a:gd name="csX0" fmla="*/ 0 w 435072"/>
                <a:gd name="csY0" fmla="*/ 1171575 h 1171575"/>
                <a:gd name="csX1" fmla="*/ 420688 w 435072"/>
                <a:gd name="csY1" fmla="*/ 528637 h 1171575"/>
                <a:gd name="csX2" fmla="*/ 225425 w 435072"/>
                <a:gd name="csY2" fmla="*/ 0 h 1171575"/>
                <a:gd name="csX0" fmla="*/ 0 w 471834"/>
                <a:gd name="csY0" fmla="*/ 1171575 h 1171575"/>
                <a:gd name="csX1" fmla="*/ 461963 w 471834"/>
                <a:gd name="csY1" fmla="*/ 552449 h 1171575"/>
                <a:gd name="csX2" fmla="*/ 225425 w 471834"/>
                <a:gd name="csY2" fmla="*/ 0 h 1171575"/>
                <a:gd name="csX0" fmla="*/ 0 w 485292"/>
                <a:gd name="csY0" fmla="*/ 1119188 h 1119188"/>
                <a:gd name="csX1" fmla="*/ 474663 w 485292"/>
                <a:gd name="csY1" fmla="*/ 552449 h 1119188"/>
                <a:gd name="csX2" fmla="*/ 238125 w 485292"/>
                <a:gd name="csY2" fmla="*/ 0 h 1119188"/>
                <a:gd name="csX0" fmla="*/ 0 w 485292"/>
                <a:gd name="csY0" fmla="*/ 1119188 h 1119188"/>
                <a:gd name="csX1" fmla="*/ 474663 w 485292"/>
                <a:gd name="csY1" fmla="*/ 552449 h 1119188"/>
                <a:gd name="csX2" fmla="*/ 238125 w 485292"/>
                <a:gd name="csY2" fmla="*/ 0 h 1119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85292" h="1119188">
                  <a:moveTo>
                    <a:pt x="0" y="1119188"/>
                  </a:moveTo>
                  <a:cubicBezTo>
                    <a:pt x="214842" y="944562"/>
                    <a:pt x="434976" y="738980"/>
                    <a:pt x="474663" y="552449"/>
                  </a:cubicBezTo>
                  <a:cubicBezTo>
                    <a:pt x="514350" y="365918"/>
                    <a:pt x="444500" y="54505"/>
                    <a:pt x="238125" y="0"/>
                  </a:cubicBezTo>
                </a:path>
              </a:pathLst>
            </a:cu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9112695-B51B-374C-57DD-1CBD17530A80}"/>
                </a:ext>
              </a:extLst>
            </p:cNvPr>
            <p:cNvCxnSpPr>
              <a:cxnSpLocks/>
            </p:cNvCxnSpPr>
            <p:nvPr/>
          </p:nvCxnSpPr>
          <p:spPr>
            <a:xfrm rot="7020000">
              <a:off x="10244957" y="4061114"/>
              <a:ext cx="72008" cy="144016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B0B556E-028E-7AD6-90EB-2DFCF2DFFF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9747" y="4137878"/>
              <a:ext cx="40891" cy="120661"/>
            </a:xfrm>
            <a:prstGeom prst="line">
              <a:avLst/>
            </a:prstGeom>
            <a:ln w="2222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3332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0.125 0.0006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 animBg="1"/>
      <p:bldP spid="27" grpId="0"/>
      <p:bldP spid="29" grpId="0" animBg="1"/>
      <p:bldP spid="29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77AEF42-3D7A-15CD-B26A-3CEB4702C21B}"/>
              </a:ext>
            </a:extLst>
          </p:cNvPr>
          <p:cNvSpPr/>
          <p:nvPr/>
        </p:nvSpPr>
        <p:spPr>
          <a:xfrm>
            <a:off x="10891266" y="188640"/>
            <a:ext cx="540060" cy="14401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Alpha D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ecay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0CBA6B-1A51-FADE-CCA0-6039FE4C6B87}"/>
                  </a:ext>
                </a:extLst>
              </p:cNvPr>
              <p:cNvSpPr txBox="1"/>
              <p:nvPr/>
            </p:nvSpPr>
            <p:spPr>
              <a:xfrm>
                <a:off x="-3121024" y="2240868"/>
                <a:ext cx="2484278" cy="376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92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238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sPre>
                    <m:r>
                      <a:rPr lang="zh-CN" altLang="en-US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Pre>
                      <m:sPrePr>
                        <m:ctrlPr>
                          <a:rPr lang="en-US" altLang="zh-CN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234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Th</m:t>
                        </m:r>
                      </m:e>
                    </m:sPre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 +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CN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𝐻𝑒</m:t>
                        </m:r>
                      </m:e>
                    </m:sPre>
                  </m:oMath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0CBA6B-1A51-FADE-CCA0-6039FE4C6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21024" y="2240868"/>
                <a:ext cx="2484278" cy="376450"/>
              </a:xfrm>
              <a:prstGeom prst="rect">
                <a:avLst/>
              </a:prstGeom>
              <a:blipFill>
                <a:blip r:embed="rId2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2A9CC697-BC7A-B114-4100-817016B9E41E}"/>
              </a:ext>
            </a:extLst>
          </p:cNvPr>
          <p:cNvSpPr txBox="1"/>
          <p:nvPr/>
        </p:nvSpPr>
        <p:spPr>
          <a:xfrm>
            <a:off x="0" y="-367240"/>
            <a:ext cx="3503712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三类典型现象的统一框架归并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6CF7671-31B5-351E-65DD-C4B33D241573}"/>
              </a:ext>
            </a:extLst>
          </p:cNvPr>
          <p:cNvSpPr/>
          <p:nvPr/>
        </p:nvSpPr>
        <p:spPr>
          <a:xfrm>
            <a:off x="10992544" y="1709013"/>
            <a:ext cx="540060" cy="14401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STM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B0477F4-5E41-CADF-0F68-B9A7411906F8}"/>
              </a:ext>
            </a:extLst>
          </p:cNvPr>
          <p:cNvSpPr/>
          <p:nvPr/>
        </p:nvSpPr>
        <p:spPr>
          <a:xfrm>
            <a:off x="11100556" y="3229386"/>
            <a:ext cx="540060" cy="14401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MOSFET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7306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5A6C8-7412-986A-E760-E498DA97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CC7C62-1841-70A7-B211-5CF33084B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65"/>
            <a:ext cx="12192000" cy="6814669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18341E1F-232C-96E8-DC48-1392356F6127}"/>
              </a:ext>
            </a:extLst>
          </p:cNvPr>
          <p:cNvSpPr>
            <a:spLocks noChangeAspect="1"/>
          </p:cNvSpPr>
          <p:nvPr/>
        </p:nvSpPr>
        <p:spPr>
          <a:xfrm>
            <a:off x="8806986" y="3367678"/>
            <a:ext cx="245206" cy="2452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1A29574-6661-689A-A3B0-547A3EF92123}"/>
              </a:ext>
            </a:extLst>
          </p:cNvPr>
          <p:cNvSpPr>
            <a:spLocks noChangeAspect="1"/>
          </p:cNvSpPr>
          <p:nvPr/>
        </p:nvSpPr>
        <p:spPr>
          <a:xfrm>
            <a:off x="8688288" y="3248980"/>
            <a:ext cx="482603" cy="482603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B11FA58-9C05-171D-CD0A-3B8BB1F15D34}"/>
              </a:ext>
            </a:extLst>
          </p:cNvPr>
          <p:cNvCxnSpPr>
            <a:cxnSpLocks/>
          </p:cNvCxnSpPr>
          <p:nvPr/>
        </p:nvCxnSpPr>
        <p:spPr>
          <a:xfrm flipH="1" flipV="1">
            <a:off x="8329760" y="2247829"/>
            <a:ext cx="599829" cy="12423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6F23939-65CA-A94F-63F4-8F6DAA6852A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015333" y="2247829"/>
            <a:ext cx="131442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4ACE97C-65B4-B484-49A0-5819D36DDF53}"/>
              </a:ext>
            </a:extLst>
          </p:cNvPr>
          <p:cNvSpPr/>
          <p:nvPr/>
        </p:nvSpPr>
        <p:spPr>
          <a:xfrm>
            <a:off x="5483291" y="2032197"/>
            <a:ext cx="1532042" cy="431263"/>
          </a:xfrm>
          <a:prstGeom prst="rect">
            <a:avLst/>
          </a:prstGeom>
          <a:solidFill>
            <a:schemeClr val="tx1">
              <a:lumMod val="85000"/>
              <a:lumOff val="15000"/>
              <a:alpha val="54000"/>
            </a:schemeClr>
          </a:solidFill>
          <a:ln>
            <a:noFill/>
          </a:ln>
          <a:effectLst>
            <a:reflection stA="60000" endPos="80000" dist="254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E42951-B118-3D6B-16CB-DE827F10E759}"/>
                  </a:ext>
                </a:extLst>
              </p:cNvPr>
              <p:cNvSpPr txBox="1"/>
              <p:nvPr/>
            </p:nvSpPr>
            <p:spPr>
              <a:xfrm>
                <a:off x="5690511" y="2093939"/>
                <a:ext cx="1117601" cy="344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92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238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sPre>
                    </m:oMath>
                  </m:oMathPara>
                </a14:m>
                <a:endParaRPr lang="zh-CN" altLang="en-US" sz="1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E42951-B118-3D6B-16CB-DE827F10E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511" y="2093939"/>
                <a:ext cx="1117601" cy="3449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1C76826-3748-14A7-88CE-FB18A9BF142B}"/>
              </a:ext>
            </a:extLst>
          </p:cNvPr>
          <p:cNvCxnSpPr>
            <a:cxnSpLocks/>
          </p:cNvCxnSpPr>
          <p:nvPr/>
        </p:nvCxnSpPr>
        <p:spPr>
          <a:xfrm>
            <a:off x="5267908" y="2021645"/>
            <a:ext cx="1925649" cy="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  <a:effectLst>
            <a:glow rad="25400">
              <a:schemeClr val="bg1">
                <a:alpha val="1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FCC4692-ABFD-0707-3E25-5D6BC74B6638}"/>
              </a:ext>
            </a:extLst>
          </p:cNvPr>
          <p:cNvCxnSpPr>
            <a:cxnSpLocks/>
          </p:cNvCxnSpPr>
          <p:nvPr/>
        </p:nvCxnSpPr>
        <p:spPr>
          <a:xfrm>
            <a:off x="5267908" y="2466455"/>
            <a:ext cx="1925649" cy="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  <a:effectLst>
            <a:glow rad="25400">
              <a:schemeClr val="bg1">
                <a:alpha val="1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78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2306D-184D-5BB2-6906-9EEE0441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0BD31F-8A31-9F25-AF7D-A9B042FFC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25"/>
            <a:ext cx="12192000" cy="6749749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88D769A6-9E91-9334-FE33-C1D313529012}"/>
              </a:ext>
            </a:extLst>
          </p:cNvPr>
          <p:cNvSpPr>
            <a:spLocks noChangeAspect="1"/>
          </p:cNvSpPr>
          <p:nvPr/>
        </p:nvSpPr>
        <p:spPr>
          <a:xfrm>
            <a:off x="4327939" y="2381019"/>
            <a:ext cx="245206" cy="2452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B0602CA-7986-6CA4-DBBB-4ACF11D48DCC}"/>
              </a:ext>
            </a:extLst>
          </p:cNvPr>
          <p:cNvSpPr>
            <a:spLocks noChangeAspect="1"/>
          </p:cNvSpPr>
          <p:nvPr/>
        </p:nvSpPr>
        <p:spPr>
          <a:xfrm>
            <a:off x="4209241" y="2262321"/>
            <a:ext cx="482603" cy="482603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32A47BD-B548-92EE-9962-4D6A02B38F3E}"/>
              </a:ext>
            </a:extLst>
          </p:cNvPr>
          <p:cNvCxnSpPr>
            <a:cxnSpLocks/>
          </p:cNvCxnSpPr>
          <p:nvPr/>
        </p:nvCxnSpPr>
        <p:spPr>
          <a:xfrm flipH="1" flipV="1">
            <a:off x="3850713" y="1261170"/>
            <a:ext cx="599829" cy="12423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024F36A-892C-833A-9BEC-2581F65BC2F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536286" y="1261170"/>
            <a:ext cx="131442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C96356F-0F4D-ED59-BCAE-4B3CC71CBBED}"/>
              </a:ext>
            </a:extLst>
          </p:cNvPr>
          <p:cNvSpPr/>
          <p:nvPr/>
        </p:nvSpPr>
        <p:spPr>
          <a:xfrm>
            <a:off x="1004244" y="1045538"/>
            <a:ext cx="1532042" cy="431263"/>
          </a:xfrm>
          <a:prstGeom prst="rect">
            <a:avLst/>
          </a:prstGeom>
          <a:solidFill>
            <a:schemeClr val="tx1">
              <a:lumMod val="85000"/>
              <a:lumOff val="15000"/>
              <a:alpha val="54000"/>
            </a:schemeClr>
          </a:solidFill>
          <a:ln>
            <a:noFill/>
          </a:ln>
          <a:effectLst>
            <a:reflection stA="60000" endPos="80000" dist="254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0428763-E282-8145-528F-9A926978F56B}"/>
                  </a:ext>
                </a:extLst>
              </p:cNvPr>
              <p:cNvSpPr txBox="1"/>
              <p:nvPr/>
            </p:nvSpPr>
            <p:spPr>
              <a:xfrm>
                <a:off x="1211464" y="1107280"/>
                <a:ext cx="1117601" cy="34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C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C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234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Th</m:t>
                          </m:r>
                        </m:e>
                      </m:sPre>
                    </m:oMath>
                  </m:oMathPara>
                </a14:m>
                <a:endParaRPr lang="zh-CN" altLang="en-US" sz="1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0428763-E282-8145-528F-9A926978F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464" y="1107280"/>
                <a:ext cx="1117601" cy="3447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8B09F68-7736-2107-48FD-8BC32EE89D0C}"/>
              </a:ext>
            </a:extLst>
          </p:cNvPr>
          <p:cNvCxnSpPr>
            <a:cxnSpLocks/>
          </p:cNvCxnSpPr>
          <p:nvPr/>
        </p:nvCxnSpPr>
        <p:spPr>
          <a:xfrm>
            <a:off x="788861" y="1034986"/>
            <a:ext cx="1925649" cy="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  <a:effectLst>
            <a:glow rad="25400">
              <a:schemeClr val="bg1">
                <a:alpha val="1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6C8EF0E-4507-5863-AFB6-D3E154848BC2}"/>
              </a:ext>
            </a:extLst>
          </p:cNvPr>
          <p:cNvCxnSpPr>
            <a:cxnSpLocks/>
          </p:cNvCxnSpPr>
          <p:nvPr/>
        </p:nvCxnSpPr>
        <p:spPr>
          <a:xfrm>
            <a:off x="788861" y="1479796"/>
            <a:ext cx="1925649" cy="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  <a:effectLst>
            <a:glow rad="25400">
              <a:schemeClr val="bg1">
                <a:alpha val="1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CBA8FA95-9A3A-B45F-5F6B-8D4AE45FA057}"/>
              </a:ext>
            </a:extLst>
          </p:cNvPr>
          <p:cNvSpPr>
            <a:spLocks noChangeAspect="1"/>
          </p:cNvSpPr>
          <p:nvPr/>
        </p:nvSpPr>
        <p:spPr>
          <a:xfrm>
            <a:off x="8616280" y="3079718"/>
            <a:ext cx="245206" cy="2452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C857B16-6E15-F6F5-5462-19CB7A88EEF4}"/>
              </a:ext>
            </a:extLst>
          </p:cNvPr>
          <p:cNvSpPr>
            <a:spLocks noChangeAspect="1"/>
          </p:cNvSpPr>
          <p:nvPr/>
        </p:nvSpPr>
        <p:spPr>
          <a:xfrm>
            <a:off x="8497582" y="2961020"/>
            <a:ext cx="482603" cy="482603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0209A84-97BE-A0E4-17D8-746DB1120C61}"/>
              </a:ext>
            </a:extLst>
          </p:cNvPr>
          <p:cNvCxnSpPr>
            <a:cxnSpLocks/>
          </p:cNvCxnSpPr>
          <p:nvPr/>
        </p:nvCxnSpPr>
        <p:spPr>
          <a:xfrm flipH="1" flipV="1">
            <a:off x="8497582" y="2420888"/>
            <a:ext cx="241301" cy="7813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FCE94CD-9A91-AA2D-C34C-551EAF162191}"/>
              </a:ext>
            </a:extLst>
          </p:cNvPr>
          <p:cNvCxnSpPr>
            <a:cxnSpLocks/>
          </p:cNvCxnSpPr>
          <p:nvPr/>
        </p:nvCxnSpPr>
        <p:spPr>
          <a:xfrm>
            <a:off x="7183155" y="2420888"/>
            <a:ext cx="131442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5F60C59-0ED3-0CA9-AFC6-0570A2EBC8BC}"/>
              </a:ext>
            </a:extLst>
          </p:cNvPr>
          <p:cNvSpPr/>
          <p:nvPr/>
        </p:nvSpPr>
        <p:spPr>
          <a:xfrm>
            <a:off x="5657525" y="2205256"/>
            <a:ext cx="1532042" cy="431263"/>
          </a:xfrm>
          <a:prstGeom prst="rect">
            <a:avLst/>
          </a:prstGeom>
          <a:solidFill>
            <a:schemeClr val="tx1">
              <a:lumMod val="85000"/>
              <a:lumOff val="15000"/>
              <a:alpha val="54000"/>
            </a:schemeClr>
          </a:solidFill>
          <a:ln>
            <a:noFill/>
          </a:ln>
          <a:effectLst>
            <a:reflection stA="60000" endPos="80000" dist="254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EBAB295-7265-2DEC-AA34-B7DCCF910A8A}"/>
                  </a:ext>
                </a:extLst>
              </p:cNvPr>
              <p:cNvSpPr txBox="1"/>
              <p:nvPr/>
            </p:nvSpPr>
            <p:spPr>
              <a:xfrm>
                <a:off x="5864745" y="2266998"/>
                <a:ext cx="1117601" cy="340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C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CN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𝐻𝑒</m:t>
                          </m:r>
                        </m:e>
                      </m:sPre>
                    </m:oMath>
                  </m:oMathPara>
                </a14:m>
                <a:endParaRPr lang="zh-CN" altLang="en-US" sz="1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EBAB295-7265-2DEC-AA34-B7DCCF910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745" y="2266998"/>
                <a:ext cx="1117601" cy="340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48930C5-15BF-DF1C-6E66-48D89EE258AD}"/>
              </a:ext>
            </a:extLst>
          </p:cNvPr>
          <p:cNvCxnSpPr>
            <a:cxnSpLocks/>
          </p:cNvCxnSpPr>
          <p:nvPr/>
        </p:nvCxnSpPr>
        <p:spPr>
          <a:xfrm>
            <a:off x="5442142" y="2194704"/>
            <a:ext cx="1925649" cy="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  <a:effectLst>
            <a:glow rad="25400">
              <a:schemeClr val="bg1">
                <a:alpha val="1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8693E8F-4703-01AF-0E7C-AA3173CE0D78}"/>
              </a:ext>
            </a:extLst>
          </p:cNvPr>
          <p:cNvCxnSpPr>
            <a:cxnSpLocks/>
          </p:cNvCxnSpPr>
          <p:nvPr/>
        </p:nvCxnSpPr>
        <p:spPr>
          <a:xfrm>
            <a:off x="5442142" y="2639514"/>
            <a:ext cx="1925649" cy="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  <a:effectLst>
            <a:glow rad="25400">
              <a:schemeClr val="bg1">
                <a:alpha val="1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99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10" grpId="0"/>
      <p:bldP spid="14" grpId="0" animBg="1"/>
      <p:bldP spid="14" grpId="1" animBg="1"/>
      <p:bldP spid="17" grpId="0" animBg="1"/>
      <p:bldP spid="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596D0-9978-3FC3-1ECA-EAF79F07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09" y="6345324"/>
            <a:ext cx="10567782" cy="2052228"/>
          </a:xfrm>
        </p:spPr>
        <p:txBody>
          <a:bodyPr>
            <a:normAutofit/>
          </a:bodyPr>
          <a:lstStyle/>
          <a:p>
            <a:r>
              <a:rPr lang="zh-CN" altLang="en-US" dirty="0"/>
              <a:t>量子隧穿中，粒子穿越经典“不可入”的势垒，恰因薛定谔方程的波函数包含虚部</a:t>
            </a:r>
            <a:r>
              <a:rPr lang="en-US" altLang="zh-CN" dirty="0"/>
              <a:t>——</a:t>
            </a:r>
            <a:r>
              <a:rPr lang="zh-CN" altLang="en-US" dirty="0"/>
              <a:t>虚非空无，而是潜藏实在的“玄机”。势垒区的指数衰减解（虚动量）正是“虚”成全了“穿”的概率。此谓：实为显象，虚为存势，虚实相生而隧穿成焉。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2951FE-2097-84C7-7266-5A34CE97ADEA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课程思辨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C975F0-2DF5-F547-529F-431FCD256DD5}"/>
              </a:ext>
            </a:extLst>
          </p:cNvPr>
          <p:cNvSpPr/>
          <p:nvPr/>
        </p:nvSpPr>
        <p:spPr>
          <a:xfrm>
            <a:off x="0" y="2096852"/>
            <a:ext cx="12192000" cy="2052228"/>
          </a:xfrm>
          <a:prstGeom prst="rect">
            <a:avLst/>
          </a:prstGeom>
          <a:solidFill>
            <a:schemeClr val="tx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“天下万物生于</a:t>
            </a:r>
            <a:r>
              <a:rPr lang="zh-CN" altLang="en-US" sz="2800" dirty="0">
                <a:solidFill>
                  <a:srgbClr val="C00000"/>
                </a:solidFill>
              </a:rPr>
              <a:t>有</a:t>
            </a:r>
            <a:r>
              <a:rPr lang="zh-CN" altLang="en-US" sz="2800" dirty="0">
                <a:solidFill>
                  <a:schemeClr val="bg1"/>
                </a:solidFill>
              </a:rPr>
              <a:t>，有生于</a:t>
            </a:r>
            <a:r>
              <a:rPr lang="zh-CN" altLang="en-US" sz="2800" dirty="0">
                <a:solidFill>
                  <a:srgbClr val="C00000"/>
                </a:solidFill>
              </a:rPr>
              <a:t>无</a:t>
            </a:r>
            <a:r>
              <a:rPr lang="zh-CN" altLang="en-US" sz="2800" dirty="0">
                <a:solidFill>
                  <a:schemeClr val="bg1"/>
                </a:solidFill>
              </a:rPr>
              <a:t>。” </a:t>
            </a:r>
            <a:endParaRPr lang="en-US" altLang="zh-CN" sz="2800" dirty="0">
              <a:solidFill>
                <a:schemeClr val="bg1"/>
              </a:solidFill>
            </a:endParaRPr>
          </a:p>
          <a:p>
            <a:pPr algn="r"/>
            <a:r>
              <a:rPr lang="en-US" altLang="zh-CN" dirty="0"/>
              <a:t>—— 《</a:t>
            </a:r>
            <a:r>
              <a:rPr lang="zh-CN" altLang="en-US" dirty="0"/>
              <a:t>老子</a:t>
            </a:r>
            <a:r>
              <a:rPr lang="en-US" altLang="zh-CN" dirty="0"/>
              <a:t>》</a:t>
            </a:r>
            <a:r>
              <a:rPr lang="zh-CN" altLang="en-US" dirty="0"/>
              <a:t>第四十章</a:t>
            </a:r>
          </a:p>
        </p:txBody>
      </p:sp>
    </p:spTree>
    <p:extLst>
      <p:ext uri="{BB962C8B-B14F-4D97-AF65-F5344CB8AC3E}">
        <p14:creationId xmlns:p14="http://schemas.microsoft.com/office/powerpoint/2010/main" val="14346736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7433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59AF0-752B-5170-DE10-EECB5CDE0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C1E39D-A720-42E7-A041-B9E18452334F}"/>
              </a:ext>
            </a:extLst>
          </p:cNvPr>
          <p:cNvSpPr/>
          <p:nvPr/>
        </p:nvSpPr>
        <p:spPr>
          <a:xfrm>
            <a:off x="407368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7527C6-A248-79B2-1287-37A7C2A0B2A3}"/>
              </a:ext>
            </a:extLst>
          </p:cNvPr>
          <p:cNvSpPr/>
          <p:nvPr/>
        </p:nvSpPr>
        <p:spPr>
          <a:xfrm>
            <a:off x="2170063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64611E-F78F-630F-056C-5DCFB3B9B7FF}"/>
              </a:ext>
            </a:extLst>
          </p:cNvPr>
          <p:cNvSpPr/>
          <p:nvPr/>
        </p:nvSpPr>
        <p:spPr>
          <a:xfrm>
            <a:off x="759907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C49E61-9DCA-13BA-D18F-384928ED9D6A}"/>
              </a:ext>
            </a:extLst>
          </p:cNvPr>
          <p:cNvSpPr/>
          <p:nvPr/>
        </p:nvSpPr>
        <p:spPr>
          <a:xfrm>
            <a:off x="1112446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DE2ED0-66C1-B9ED-0405-EBB671E8FD72}"/>
              </a:ext>
            </a:extLst>
          </p:cNvPr>
          <p:cNvSpPr/>
          <p:nvPr/>
        </p:nvSpPr>
        <p:spPr>
          <a:xfrm>
            <a:off x="1464985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F304AE-0CC0-1C70-6658-FC73E0EA75F7}"/>
              </a:ext>
            </a:extLst>
          </p:cNvPr>
          <p:cNvSpPr/>
          <p:nvPr/>
        </p:nvSpPr>
        <p:spPr>
          <a:xfrm>
            <a:off x="1817524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C8CBCC-DC5A-3BAF-72BC-8EC348F189A6}"/>
              </a:ext>
            </a:extLst>
          </p:cNvPr>
          <p:cNvSpPr/>
          <p:nvPr/>
        </p:nvSpPr>
        <p:spPr>
          <a:xfrm>
            <a:off x="2522602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6249287-6FC9-B1D1-7354-099720EF2B95}"/>
              </a:ext>
            </a:extLst>
          </p:cNvPr>
          <p:cNvSpPr/>
          <p:nvPr/>
        </p:nvSpPr>
        <p:spPr>
          <a:xfrm>
            <a:off x="2875141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ECA2E3-CF92-DA6B-B820-EF5B59532934}"/>
              </a:ext>
            </a:extLst>
          </p:cNvPr>
          <p:cNvSpPr/>
          <p:nvPr/>
        </p:nvSpPr>
        <p:spPr>
          <a:xfrm>
            <a:off x="3227680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8380A8-5174-BD75-39D9-40EE34E7762A}"/>
              </a:ext>
            </a:extLst>
          </p:cNvPr>
          <p:cNvSpPr/>
          <p:nvPr/>
        </p:nvSpPr>
        <p:spPr>
          <a:xfrm>
            <a:off x="3580219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B67914-C9D4-8121-B839-9B183E9FF482}"/>
              </a:ext>
            </a:extLst>
          </p:cNvPr>
          <p:cNvSpPr/>
          <p:nvPr/>
        </p:nvSpPr>
        <p:spPr>
          <a:xfrm>
            <a:off x="3932758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F552D8F-1829-D6E3-0BA3-C2F72699B4F1}"/>
              </a:ext>
            </a:extLst>
          </p:cNvPr>
          <p:cNvSpPr/>
          <p:nvPr/>
        </p:nvSpPr>
        <p:spPr>
          <a:xfrm>
            <a:off x="4285297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BB0BAA-F200-57B1-EB6B-DCE54549BD4A}"/>
              </a:ext>
            </a:extLst>
          </p:cNvPr>
          <p:cNvSpPr/>
          <p:nvPr/>
        </p:nvSpPr>
        <p:spPr>
          <a:xfrm>
            <a:off x="4637836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EDE647D-CB1E-79E7-1886-A485B1AEDACA}"/>
              </a:ext>
            </a:extLst>
          </p:cNvPr>
          <p:cNvSpPr/>
          <p:nvPr/>
        </p:nvSpPr>
        <p:spPr>
          <a:xfrm>
            <a:off x="4990375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BC186D8-01A8-27D4-2BE7-8A39CAB5D8A2}"/>
              </a:ext>
            </a:extLst>
          </p:cNvPr>
          <p:cNvSpPr/>
          <p:nvPr/>
        </p:nvSpPr>
        <p:spPr>
          <a:xfrm>
            <a:off x="5342914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243B2F1-7B44-85B0-152B-20AE862CB957}"/>
              </a:ext>
            </a:extLst>
          </p:cNvPr>
          <p:cNvSpPr/>
          <p:nvPr/>
        </p:nvSpPr>
        <p:spPr>
          <a:xfrm>
            <a:off x="5695453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750BF3A-F4D0-FD34-11BB-0287A0237169}"/>
              </a:ext>
            </a:extLst>
          </p:cNvPr>
          <p:cNvSpPr/>
          <p:nvPr/>
        </p:nvSpPr>
        <p:spPr>
          <a:xfrm>
            <a:off x="6047992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E4ED10A-B997-A642-F370-F063CD6FD308}"/>
              </a:ext>
            </a:extLst>
          </p:cNvPr>
          <p:cNvSpPr/>
          <p:nvPr/>
        </p:nvSpPr>
        <p:spPr>
          <a:xfrm>
            <a:off x="6400531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7ECF120-94D4-4297-07A5-4118A2F376B7}"/>
              </a:ext>
            </a:extLst>
          </p:cNvPr>
          <p:cNvSpPr/>
          <p:nvPr/>
        </p:nvSpPr>
        <p:spPr>
          <a:xfrm>
            <a:off x="6753070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4D63540-8D2D-E6AD-A4F1-BB272AF74893}"/>
              </a:ext>
            </a:extLst>
          </p:cNvPr>
          <p:cNvSpPr/>
          <p:nvPr/>
        </p:nvSpPr>
        <p:spPr>
          <a:xfrm>
            <a:off x="7105609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30CCE97-2019-A576-230E-DA60D4BA9114}"/>
              </a:ext>
            </a:extLst>
          </p:cNvPr>
          <p:cNvSpPr/>
          <p:nvPr/>
        </p:nvSpPr>
        <p:spPr>
          <a:xfrm>
            <a:off x="7458148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8266EBA-5DDE-67E8-EA32-E2D44F92733B}"/>
              </a:ext>
            </a:extLst>
          </p:cNvPr>
          <p:cNvSpPr/>
          <p:nvPr/>
        </p:nvSpPr>
        <p:spPr>
          <a:xfrm>
            <a:off x="7810687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43F31A1-EFEF-542D-73CC-87AC4BE8E79C}"/>
              </a:ext>
            </a:extLst>
          </p:cNvPr>
          <p:cNvSpPr/>
          <p:nvPr/>
        </p:nvSpPr>
        <p:spPr>
          <a:xfrm>
            <a:off x="8163226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626EE6C-5B6D-9CB9-F8AB-B7230EA315C1}"/>
              </a:ext>
            </a:extLst>
          </p:cNvPr>
          <p:cNvSpPr/>
          <p:nvPr/>
        </p:nvSpPr>
        <p:spPr>
          <a:xfrm>
            <a:off x="8515765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636E5F4-B15B-45C5-8574-1484C3550B75}"/>
              </a:ext>
            </a:extLst>
          </p:cNvPr>
          <p:cNvSpPr/>
          <p:nvPr/>
        </p:nvSpPr>
        <p:spPr>
          <a:xfrm>
            <a:off x="8868308" y="4126260"/>
            <a:ext cx="576064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898E09CB-02E2-E7C7-F0F8-A8B6E6E331D4}"/>
              </a:ext>
            </a:extLst>
          </p:cNvPr>
          <p:cNvSpPr/>
          <p:nvPr/>
        </p:nvSpPr>
        <p:spPr>
          <a:xfrm>
            <a:off x="4988983" y="4116916"/>
            <a:ext cx="3888317" cy="615951"/>
          </a:xfrm>
          <a:custGeom>
            <a:avLst/>
            <a:gdLst>
              <a:gd name="csX0" fmla="*/ 0 w 3888317"/>
              <a:gd name="csY0" fmla="*/ 10584 h 615951"/>
              <a:gd name="csX1" fmla="*/ 351367 w 3888317"/>
              <a:gd name="csY1" fmla="*/ 611717 h 615951"/>
              <a:gd name="csX2" fmla="*/ 711200 w 3888317"/>
              <a:gd name="csY2" fmla="*/ 16934 h 615951"/>
              <a:gd name="csX3" fmla="*/ 1060450 w 3888317"/>
              <a:gd name="csY3" fmla="*/ 613834 h 615951"/>
              <a:gd name="csX4" fmla="*/ 1413934 w 3888317"/>
              <a:gd name="csY4" fmla="*/ 12701 h 615951"/>
              <a:gd name="csX5" fmla="*/ 1767417 w 3888317"/>
              <a:gd name="csY5" fmla="*/ 613834 h 615951"/>
              <a:gd name="csX6" fmla="*/ 2120900 w 3888317"/>
              <a:gd name="csY6" fmla="*/ 16934 h 615951"/>
              <a:gd name="csX7" fmla="*/ 2468034 w 3888317"/>
              <a:gd name="csY7" fmla="*/ 613834 h 615951"/>
              <a:gd name="csX8" fmla="*/ 2825750 w 3888317"/>
              <a:gd name="csY8" fmla="*/ 1 h 615951"/>
              <a:gd name="csX9" fmla="*/ 3177117 w 3888317"/>
              <a:gd name="csY9" fmla="*/ 607484 h 615951"/>
              <a:gd name="csX10" fmla="*/ 3524250 w 3888317"/>
              <a:gd name="csY10" fmla="*/ 4234 h 615951"/>
              <a:gd name="csX11" fmla="*/ 3888317 w 3888317"/>
              <a:gd name="csY11" fmla="*/ 615951 h 615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888317" h="615951">
                <a:moveTo>
                  <a:pt x="0" y="10584"/>
                </a:moveTo>
                <a:cubicBezTo>
                  <a:pt x="116417" y="310621"/>
                  <a:pt x="232834" y="610659"/>
                  <a:pt x="351367" y="611717"/>
                </a:cubicBezTo>
                <a:cubicBezTo>
                  <a:pt x="469900" y="612775"/>
                  <a:pt x="593020" y="16581"/>
                  <a:pt x="711200" y="16934"/>
                </a:cubicBezTo>
                <a:cubicBezTo>
                  <a:pt x="829380" y="17287"/>
                  <a:pt x="943328" y="614540"/>
                  <a:pt x="1060450" y="613834"/>
                </a:cubicBezTo>
                <a:cubicBezTo>
                  <a:pt x="1177572" y="613129"/>
                  <a:pt x="1296106" y="12701"/>
                  <a:pt x="1413934" y="12701"/>
                </a:cubicBezTo>
                <a:cubicBezTo>
                  <a:pt x="1531762" y="12701"/>
                  <a:pt x="1649589" y="613129"/>
                  <a:pt x="1767417" y="613834"/>
                </a:cubicBezTo>
                <a:cubicBezTo>
                  <a:pt x="1885245" y="614540"/>
                  <a:pt x="2004131" y="16934"/>
                  <a:pt x="2120900" y="16934"/>
                </a:cubicBezTo>
                <a:cubicBezTo>
                  <a:pt x="2237669" y="16934"/>
                  <a:pt x="2350559" y="616656"/>
                  <a:pt x="2468034" y="613834"/>
                </a:cubicBezTo>
                <a:cubicBezTo>
                  <a:pt x="2585509" y="611012"/>
                  <a:pt x="2707570" y="1059"/>
                  <a:pt x="2825750" y="1"/>
                </a:cubicBezTo>
                <a:cubicBezTo>
                  <a:pt x="2943930" y="-1057"/>
                  <a:pt x="3060700" y="606779"/>
                  <a:pt x="3177117" y="607484"/>
                </a:cubicBezTo>
                <a:cubicBezTo>
                  <a:pt x="3293534" y="608190"/>
                  <a:pt x="3405717" y="2823"/>
                  <a:pt x="3524250" y="4234"/>
                </a:cubicBezTo>
                <a:cubicBezTo>
                  <a:pt x="3642783" y="5645"/>
                  <a:pt x="3765550" y="310798"/>
                  <a:pt x="3888317" y="615951"/>
                </a:cubicBez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704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7677D5D-D9E2-76BA-39AB-282CEAEEB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71" y="0"/>
            <a:ext cx="11972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728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692079A-2134-4129-75ED-D8C12C782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60" y="-7588224"/>
            <a:ext cx="5987988" cy="254880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CB5C719-0D19-A9D2-E993-93B6381B014F}"/>
              </a:ext>
            </a:extLst>
          </p:cNvPr>
          <p:cNvSpPr txBox="1"/>
          <p:nvPr/>
        </p:nvSpPr>
        <p:spPr>
          <a:xfrm>
            <a:off x="-743277" y="-3826968"/>
            <a:ext cx="6696746" cy="341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元素越重，也就是质子数越多，它就越不稳定  越容易衰变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重核为什么变得不稳定？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两种自然力在相互作用：这两种力彼此对抗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库伦斥力 电磁力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所有正电荷的质子都在相互排斥，这是试图将原子核撕裂的力量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还有一种比电磁力更强的吸引力，维持着原子核的结合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它具有两个优势超越电磁力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它是自然界最强的力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且库伦斥力的电磁排斥仅发生在质子之间，中子并不参与，而强力质子和中子都会参与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这也是自然界存在大量稳定核的原因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34A2B7-A4A5-9043-E34A-3BD1DB5EB1F0}"/>
              </a:ext>
            </a:extLst>
          </p:cNvPr>
          <p:cNvSpPr/>
          <p:nvPr/>
        </p:nvSpPr>
        <p:spPr>
          <a:xfrm>
            <a:off x="-276708" y="-7660232"/>
            <a:ext cx="5256584" cy="2052228"/>
          </a:xfrm>
          <a:custGeom>
            <a:avLst/>
            <a:gdLst>
              <a:gd name="csX0" fmla="*/ 0 w 5256584"/>
              <a:gd name="csY0" fmla="*/ 0 h 2052228"/>
              <a:gd name="csX1" fmla="*/ 5256584 w 5256584"/>
              <a:gd name="csY1" fmla="*/ 0 h 2052228"/>
              <a:gd name="csX2" fmla="*/ 5256584 w 5256584"/>
              <a:gd name="csY2" fmla="*/ 2052228 h 2052228"/>
              <a:gd name="csX3" fmla="*/ 0 w 5256584"/>
              <a:gd name="csY3" fmla="*/ 2052228 h 2052228"/>
              <a:gd name="csX4" fmla="*/ 0 w 5256584"/>
              <a:gd name="csY4" fmla="*/ 0 h 2052228"/>
              <a:gd name="csX0" fmla="*/ 0 w 5256584"/>
              <a:gd name="csY0" fmla="*/ 0 h 2052228"/>
              <a:gd name="csX1" fmla="*/ 5256584 w 5256584"/>
              <a:gd name="csY1" fmla="*/ 0 h 2052228"/>
              <a:gd name="csX2" fmla="*/ 5256584 w 5256584"/>
              <a:gd name="csY2" fmla="*/ 2052228 h 2052228"/>
              <a:gd name="csX3" fmla="*/ 4013200 w 5256584"/>
              <a:gd name="csY3" fmla="*/ 2050814 h 2052228"/>
              <a:gd name="csX4" fmla="*/ 0 w 5256584"/>
              <a:gd name="csY4" fmla="*/ 2052228 h 2052228"/>
              <a:gd name="csX5" fmla="*/ 0 w 5256584"/>
              <a:gd name="csY5" fmla="*/ 0 h 2052228"/>
              <a:gd name="csX0" fmla="*/ 0 w 5256584"/>
              <a:gd name="csY0" fmla="*/ 0 h 2052228"/>
              <a:gd name="csX1" fmla="*/ 5256584 w 5256584"/>
              <a:gd name="csY1" fmla="*/ 0 h 2052228"/>
              <a:gd name="csX2" fmla="*/ 5253567 w 5256584"/>
              <a:gd name="csY2" fmla="*/ 1451797 h 2052228"/>
              <a:gd name="csX3" fmla="*/ 5256584 w 5256584"/>
              <a:gd name="csY3" fmla="*/ 2052228 h 2052228"/>
              <a:gd name="csX4" fmla="*/ 4013200 w 5256584"/>
              <a:gd name="csY4" fmla="*/ 2050814 h 2052228"/>
              <a:gd name="csX5" fmla="*/ 0 w 5256584"/>
              <a:gd name="csY5" fmla="*/ 2052228 h 2052228"/>
              <a:gd name="csX6" fmla="*/ 0 w 5256584"/>
              <a:gd name="csY6" fmla="*/ 0 h 2052228"/>
              <a:gd name="csX0" fmla="*/ 0 w 5256584"/>
              <a:gd name="csY0" fmla="*/ 0 h 2052228"/>
              <a:gd name="csX1" fmla="*/ 5256584 w 5256584"/>
              <a:gd name="csY1" fmla="*/ 0 h 2052228"/>
              <a:gd name="csX2" fmla="*/ 5253567 w 5256584"/>
              <a:gd name="csY2" fmla="*/ 1451797 h 2052228"/>
              <a:gd name="csX3" fmla="*/ 4018334 w 5256584"/>
              <a:gd name="csY3" fmla="*/ 1468028 h 2052228"/>
              <a:gd name="csX4" fmla="*/ 4013200 w 5256584"/>
              <a:gd name="csY4" fmla="*/ 2050814 h 2052228"/>
              <a:gd name="csX5" fmla="*/ 0 w 5256584"/>
              <a:gd name="csY5" fmla="*/ 2052228 h 2052228"/>
              <a:gd name="csX6" fmla="*/ 0 w 5256584"/>
              <a:gd name="csY6" fmla="*/ 0 h 2052228"/>
              <a:gd name="csX0" fmla="*/ 0 w 5256584"/>
              <a:gd name="csY0" fmla="*/ 0 h 2052228"/>
              <a:gd name="csX1" fmla="*/ 5256584 w 5256584"/>
              <a:gd name="csY1" fmla="*/ 0 h 2052228"/>
              <a:gd name="csX2" fmla="*/ 5253567 w 5256584"/>
              <a:gd name="csY2" fmla="*/ 1451797 h 2052228"/>
              <a:gd name="csX3" fmla="*/ 4018334 w 5256584"/>
              <a:gd name="csY3" fmla="*/ 1468028 h 2052228"/>
              <a:gd name="csX4" fmla="*/ 4013200 w 5256584"/>
              <a:gd name="csY4" fmla="*/ 2050814 h 2052228"/>
              <a:gd name="csX5" fmla="*/ 0 w 5256584"/>
              <a:gd name="csY5" fmla="*/ 2052228 h 2052228"/>
              <a:gd name="csX6" fmla="*/ 0 w 5256584"/>
              <a:gd name="csY6" fmla="*/ 0 h 2052228"/>
              <a:gd name="csX0" fmla="*/ 0 w 5256584"/>
              <a:gd name="csY0" fmla="*/ 0 h 2052228"/>
              <a:gd name="csX1" fmla="*/ 5256584 w 5256584"/>
              <a:gd name="csY1" fmla="*/ 0 h 2052228"/>
              <a:gd name="csX2" fmla="*/ 5253567 w 5256584"/>
              <a:gd name="csY2" fmla="*/ 1451797 h 2052228"/>
              <a:gd name="csX3" fmla="*/ 4018334 w 5256584"/>
              <a:gd name="csY3" fmla="*/ 1468028 h 2052228"/>
              <a:gd name="csX4" fmla="*/ 4013200 w 5256584"/>
              <a:gd name="csY4" fmla="*/ 2050814 h 2052228"/>
              <a:gd name="csX5" fmla="*/ 0 w 5256584"/>
              <a:gd name="csY5" fmla="*/ 2052228 h 2052228"/>
              <a:gd name="csX6" fmla="*/ 0 w 5256584"/>
              <a:gd name="csY6" fmla="*/ 0 h 2052228"/>
              <a:gd name="csX0" fmla="*/ 0 w 5256584"/>
              <a:gd name="csY0" fmla="*/ 0 h 2052228"/>
              <a:gd name="csX1" fmla="*/ 5256584 w 5256584"/>
              <a:gd name="csY1" fmla="*/ 0 h 2052228"/>
              <a:gd name="csX2" fmla="*/ 5253567 w 5256584"/>
              <a:gd name="csY2" fmla="*/ 1451797 h 2052228"/>
              <a:gd name="csX3" fmla="*/ 4018334 w 5256584"/>
              <a:gd name="csY3" fmla="*/ 1468028 h 2052228"/>
              <a:gd name="csX4" fmla="*/ 4013200 w 5256584"/>
              <a:gd name="csY4" fmla="*/ 2050814 h 2052228"/>
              <a:gd name="csX5" fmla="*/ 0 w 5256584"/>
              <a:gd name="csY5" fmla="*/ 2052228 h 2052228"/>
              <a:gd name="csX6" fmla="*/ 0 w 5256584"/>
              <a:gd name="csY6" fmla="*/ 0 h 2052228"/>
              <a:gd name="csX0" fmla="*/ 0 w 5256584"/>
              <a:gd name="csY0" fmla="*/ 0 h 2052228"/>
              <a:gd name="csX1" fmla="*/ 5256584 w 5256584"/>
              <a:gd name="csY1" fmla="*/ 0 h 2052228"/>
              <a:gd name="csX2" fmla="*/ 5253567 w 5256584"/>
              <a:gd name="csY2" fmla="*/ 1451797 h 2052228"/>
              <a:gd name="csX3" fmla="*/ 4020451 w 5256584"/>
              <a:gd name="csY3" fmla="*/ 1451095 h 2052228"/>
              <a:gd name="csX4" fmla="*/ 4013200 w 5256584"/>
              <a:gd name="csY4" fmla="*/ 2050814 h 2052228"/>
              <a:gd name="csX5" fmla="*/ 0 w 5256584"/>
              <a:gd name="csY5" fmla="*/ 2052228 h 2052228"/>
              <a:gd name="csX6" fmla="*/ 0 w 5256584"/>
              <a:gd name="csY6" fmla="*/ 0 h 2052228"/>
              <a:gd name="csX0" fmla="*/ 0 w 5256584"/>
              <a:gd name="csY0" fmla="*/ 0 h 2052228"/>
              <a:gd name="csX1" fmla="*/ 5256584 w 5256584"/>
              <a:gd name="csY1" fmla="*/ 0 h 2052228"/>
              <a:gd name="csX2" fmla="*/ 5253567 w 5256584"/>
              <a:gd name="csY2" fmla="*/ 1451797 h 2052228"/>
              <a:gd name="csX3" fmla="*/ 4020451 w 5256584"/>
              <a:gd name="csY3" fmla="*/ 1451095 h 2052228"/>
              <a:gd name="csX4" fmla="*/ 4013200 w 5256584"/>
              <a:gd name="csY4" fmla="*/ 2050814 h 2052228"/>
              <a:gd name="csX5" fmla="*/ 0 w 5256584"/>
              <a:gd name="csY5" fmla="*/ 2052228 h 2052228"/>
              <a:gd name="csX6" fmla="*/ 0 w 5256584"/>
              <a:gd name="csY6" fmla="*/ 0 h 2052228"/>
              <a:gd name="csX0" fmla="*/ 0 w 5256584"/>
              <a:gd name="csY0" fmla="*/ 0 h 2052228"/>
              <a:gd name="csX1" fmla="*/ 5256584 w 5256584"/>
              <a:gd name="csY1" fmla="*/ 0 h 2052228"/>
              <a:gd name="csX2" fmla="*/ 5253567 w 5256584"/>
              <a:gd name="csY2" fmla="*/ 1451797 h 2052228"/>
              <a:gd name="csX3" fmla="*/ 4020451 w 5256584"/>
              <a:gd name="csY3" fmla="*/ 1451095 h 2052228"/>
              <a:gd name="csX4" fmla="*/ 4013200 w 5256584"/>
              <a:gd name="csY4" fmla="*/ 2050814 h 2052228"/>
              <a:gd name="csX5" fmla="*/ 0 w 5256584"/>
              <a:gd name="csY5" fmla="*/ 2052228 h 2052228"/>
              <a:gd name="csX6" fmla="*/ 0 w 5256584"/>
              <a:gd name="csY6" fmla="*/ 0 h 20522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56584" h="2052228">
                <a:moveTo>
                  <a:pt x="0" y="0"/>
                </a:moveTo>
                <a:lnTo>
                  <a:pt x="5256584" y="0"/>
                </a:lnTo>
                <a:cubicBezTo>
                  <a:pt x="5255578" y="483932"/>
                  <a:pt x="5254573" y="967865"/>
                  <a:pt x="5253567" y="1451797"/>
                </a:cubicBezTo>
                <a:lnTo>
                  <a:pt x="4020451" y="1451095"/>
                </a:lnTo>
                <a:cubicBezTo>
                  <a:pt x="4018740" y="1645357"/>
                  <a:pt x="4014911" y="1856552"/>
                  <a:pt x="4013200" y="2050814"/>
                </a:cubicBezTo>
                <a:lnTo>
                  <a:pt x="0" y="2052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6331F9-0B39-6E35-1243-7BB2C687B670}"/>
              </a:ext>
            </a:extLst>
          </p:cNvPr>
          <p:cNvSpPr txBox="1"/>
          <p:nvPr/>
        </p:nvSpPr>
        <p:spPr>
          <a:xfrm>
            <a:off x="-5918153" y="-4709087"/>
            <a:ext cx="6096000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E7E9EB"/>
                </a:solidFill>
                <a:latin typeface="PingFang SC"/>
              </a:rPr>
              <a:t>https://www.youtube.com/watch?v=QCZQCi_uKpM Alpha decay (313) Alpha decay | Physics | Khan Academy - YouTube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2FDA5A-4AFB-4389-91C8-435808A6F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02561" y="-3951820"/>
            <a:ext cx="2768376" cy="20920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A37321E-CD3F-30DB-024D-2345F3892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02562" y="-1759259"/>
            <a:ext cx="2768376" cy="24959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589D347-3658-4CE8-7947-9FD9DD6E2F87}"/>
                  </a:ext>
                </a:extLst>
              </p:cNvPr>
              <p:cNvSpPr txBox="1"/>
              <p:nvPr/>
            </p:nvSpPr>
            <p:spPr>
              <a:xfrm>
                <a:off x="1662382" y="2755155"/>
                <a:ext cx="2484278" cy="376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92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238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sPre>
                    <m:r>
                      <a:rPr lang="zh-CN" altLang="en-US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Pre>
                      <m:sPrePr>
                        <m:ctrlPr>
                          <a:rPr lang="en-US" altLang="zh-CN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234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Th</m:t>
                        </m:r>
                      </m:e>
                    </m:sPre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 +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CN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𝐻𝑒</m:t>
                        </m:r>
                      </m:e>
                    </m:sPre>
                  </m:oMath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589D347-3658-4CE8-7947-9FD9DD6E2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382" y="2755155"/>
                <a:ext cx="2484278" cy="376450"/>
              </a:xfrm>
              <a:prstGeom prst="rect">
                <a:avLst/>
              </a:prstGeom>
              <a:blipFill>
                <a:blip r:embed="rId5"/>
                <a:stretch>
                  <a:fillRect t="-8065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885BF76B-FF06-9870-9751-08567D21B5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30202" y="656692"/>
            <a:ext cx="5423267" cy="1692188"/>
          </a:xfrm>
          <a:custGeom>
            <a:avLst/>
            <a:gdLst>
              <a:gd name="csX0" fmla="*/ 3271180 w 6708068"/>
              <a:gd name="csY0" fmla="*/ 3374 h 2093076"/>
              <a:gd name="csX1" fmla="*/ 3271180 w 6708068"/>
              <a:gd name="csY1" fmla="*/ 183394 h 2093076"/>
              <a:gd name="csX2" fmla="*/ 3775236 w 6708068"/>
              <a:gd name="csY2" fmla="*/ 183394 h 2093076"/>
              <a:gd name="csX3" fmla="*/ 3775236 w 6708068"/>
              <a:gd name="csY3" fmla="*/ 3374 h 2093076"/>
              <a:gd name="csX4" fmla="*/ 0 w 6708068"/>
              <a:gd name="csY4" fmla="*/ 0 h 2093076"/>
              <a:gd name="csX5" fmla="*/ 6708068 w 6708068"/>
              <a:gd name="csY5" fmla="*/ 0 h 2093076"/>
              <a:gd name="csX6" fmla="*/ 6708068 w 6708068"/>
              <a:gd name="csY6" fmla="*/ 2093076 h 2093076"/>
              <a:gd name="csX7" fmla="*/ 0 w 6708068"/>
              <a:gd name="csY7" fmla="*/ 2093076 h 20930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708068" h="2093076">
                <a:moveTo>
                  <a:pt x="3271180" y="3374"/>
                </a:moveTo>
                <a:lnTo>
                  <a:pt x="3271180" y="183394"/>
                </a:lnTo>
                <a:lnTo>
                  <a:pt x="3775236" y="183394"/>
                </a:lnTo>
                <a:lnTo>
                  <a:pt x="3775236" y="3374"/>
                </a:lnTo>
                <a:close/>
                <a:moveTo>
                  <a:pt x="0" y="0"/>
                </a:moveTo>
                <a:lnTo>
                  <a:pt x="6708068" y="0"/>
                </a:lnTo>
                <a:lnTo>
                  <a:pt x="6708068" y="2093076"/>
                </a:lnTo>
                <a:lnTo>
                  <a:pt x="0" y="2093076"/>
                </a:lnTo>
                <a:close/>
              </a:path>
            </a:pathLst>
          </a:cu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9661EDD-A3C0-15F6-5BF9-027A8BFE9CAA}"/>
              </a:ext>
            </a:extLst>
          </p:cNvPr>
          <p:cNvCxnSpPr>
            <a:cxnSpLocks/>
          </p:cNvCxnSpPr>
          <p:nvPr/>
        </p:nvCxnSpPr>
        <p:spPr>
          <a:xfrm>
            <a:off x="6081773" y="800708"/>
            <a:ext cx="0" cy="55767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364A21D3-4936-9C60-885B-E64C532693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4864" y="2629340"/>
            <a:ext cx="634375" cy="4841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70610DA-3710-099E-B4F2-7ED0F2769672}"/>
              </a:ext>
            </a:extLst>
          </p:cNvPr>
          <p:cNvSpPr txBox="1"/>
          <p:nvPr/>
        </p:nvSpPr>
        <p:spPr>
          <a:xfrm>
            <a:off x="0" y="-367240"/>
            <a:ext cx="381729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三类典型现象的统一框架归并</a:t>
            </a:r>
          </a:p>
        </p:txBody>
      </p:sp>
    </p:spTree>
    <p:extLst>
      <p:ext uri="{BB962C8B-B14F-4D97-AF65-F5344CB8AC3E}">
        <p14:creationId xmlns:p14="http://schemas.microsoft.com/office/powerpoint/2010/main" val="34307538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D04DFD2-EC3F-9331-EEEF-A540EEF5F8B0}"/>
                  </a:ext>
                </a:extLst>
              </p:cNvPr>
              <p:cNvSpPr txBox="1"/>
              <p:nvPr/>
            </p:nvSpPr>
            <p:spPr>
              <a:xfrm>
                <a:off x="2675620" y="-738368"/>
                <a:ext cx="2745687" cy="555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ⅈℏ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𝜕𝜓</m:t>
                          </m:r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D04DFD2-EC3F-9331-EEEF-A540EEF5F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620" y="-738368"/>
                <a:ext cx="2745687" cy="5558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E51C2E73-99DA-5BD2-D38A-43184E61A2A1}"/>
              </a:ext>
            </a:extLst>
          </p:cNvPr>
          <p:cNvSpPr txBox="1"/>
          <p:nvPr/>
        </p:nvSpPr>
        <p:spPr>
          <a:xfrm>
            <a:off x="0" y="-367240"/>
            <a:ext cx="289164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解薛定谔方程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EA28E0-B644-903F-C6F4-30B6D0868C13}"/>
                  </a:ext>
                </a:extLst>
              </p:cNvPr>
              <p:cNvSpPr txBox="1"/>
              <p:nvPr/>
            </p:nvSpPr>
            <p:spPr>
              <a:xfrm>
                <a:off x="4390245" y="3151104"/>
                <a:ext cx="3532570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EA28E0-B644-903F-C6F4-30B6D0868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245" y="3151104"/>
                <a:ext cx="3532570" cy="5557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9120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66DEF-3FBC-0FF9-4069-AD1EB65A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814" y="368660"/>
            <a:ext cx="10406372" cy="2448272"/>
          </a:xfrm>
        </p:spPr>
        <p:txBody>
          <a:bodyPr>
            <a:normAutofit/>
          </a:bodyPr>
          <a:lstStyle/>
          <a:p>
            <a:r>
              <a:rPr lang="zh-CN" altLang="en-US" dirty="0"/>
              <a:t>所用工具与技术实现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41817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FD53-3639-D1BF-5FF6-4BF505FA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F4FAF6-F28D-B0C4-4289-43143926E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1711" y="152636"/>
            <a:ext cx="7051712" cy="18869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4F4AFBA-3912-8E7D-B802-33E166879E94}"/>
              </a:ext>
            </a:extLst>
          </p:cNvPr>
          <p:cNvSpPr txBox="1"/>
          <p:nvPr/>
        </p:nvSpPr>
        <p:spPr>
          <a:xfrm>
            <a:off x="-132692" y="1979420"/>
            <a:ext cx="657860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量子态随时间的演化由波函数决定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BE209FD-21E2-FCB7-567A-E57C7611F234}"/>
              </a:ext>
            </a:extLst>
          </p:cNvPr>
          <p:cNvCxnSpPr>
            <a:cxnSpLocks/>
          </p:cNvCxnSpPr>
          <p:nvPr/>
        </p:nvCxnSpPr>
        <p:spPr>
          <a:xfrm>
            <a:off x="6081773" y="800708"/>
            <a:ext cx="0" cy="55767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436F3B1-4251-6A45-3C61-D9349C611B69}"/>
                  </a:ext>
                </a:extLst>
              </p:cNvPr>
              <p:cNvSpPr txBox="1"/>
              <p:nvPr/>
            </p:nvSpPr>
            <p:spPr>
              <a:xfrm>
                <a:off x="1290316" y="2354012"/>
                <a:ext cx="2526974" cy="555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ⅈℏ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𝜕𝜓</m:t>
                          </m:r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436F3B1-4251-6A45-3C61-D9349C611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316" y="2354012"/>
                <a:ext cx="2526974" cy="5558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8483BB26-501C-381E-0502-79ABBCA485CC}"/>
              </a:ext>
            </a:extLst>
          </p:cNvPr>
          <p:cNvSpPr txBox="1"/>
          <p:nvPr/>
        </p:nvSpPr>
        <p:spPr>
          <a:xfrm>
            <a:off x="-600744" y="3284984"/>
            <a:ext cx="6552725" cy="175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方程中时间导数项表征演化规律 要求体系总能量守恒(结束时间) 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例如电子在原子中所处位置具有的势能 就是典型范例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要预测量子客观未来的行为，就需要求解满足薛定谔方程所有条件的波函数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2F1F81-F106-FE59-109D-64256BDFD71B}"/>
              </a:ext>
            </a:extLst>
          </p:cNvPr>
          <p:cNvSpPr txBox="1"/>
          <p:nvPr/>
        </p:nvSpPr>
        <p:spPr>
          <a:xfrm>
            <a:off x="2551975" y="2871089"/>
            <a:ext cx="1635813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动能+势能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60753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BB3E1-11DD-B6A8-7D3F-450A4D03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F665B04-A32F-62B9-207B-78BA5CE698AA}"/>
              </a:ext>
            </a:extLst>
          </p:cNvPr>
          <p:cNvCxnSpPr>
            <a:cxnSpLocks/>
          </p:cNvCxnSpPr>
          <p:nvPr/>
        </p:nvCxnSpPr>
        <p:spPr>
          <a:xfrm>
            <a:off x="0" y="764704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7C0180E-849C-D610-DFEE-068748946F24}"/>
              </a:ext>
            </a:extLst>
          </p:cNvPr>
          <p:cNvCxnSpPr>
            <a:cxnSpLocks/>
          </p:cNvCxnSpPr>
          <p:nvPr/>
        </p:nvCxnSpPr>
        <p:spPr>
          <a:xfrm>
            <a:off x="0" y="1827222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2E31C84-AA2D-733B-4579-3ACEA7078CE9}"/>
              </a:ext>
            </a:extLst>
          </p:cNvPr>
          <p:cNvCxnSpPr>
            <a:cxnSpLocks/>
          </p:cNvCxnSpPr>
          <p:nvPr/>
        </p:nvCxnSpPr>
        <p:spPr>
          <a:xfrm>
            <a:off x="0" y="2889740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5B45FFA-CA31-9259-DD75-9BD17C54439A}"/>
              </a:ext>
            </a:extLst>
          </p:cNvPr>
          <p:cNvCxnSpPr>
            <a:cxnSpLocks/>
          </p:cNvCxnSpPr>
          <p:nvPr/>
        </p:nvCxnSpPr>
        <p:spPr>
          <a:xfrm>
            <a:off x="0" y="3952258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6ABC7B9-8B7F-FAD4-FFEF-73DF4A963707}"/>
              </a:ext>
            </a:extLst>
          </p:cNvPr>
          <p:cNvCxnSpPr>
            <a:cxnSpLocks/>
          </p:cNvCxnSpPr>
          <p:nvPr/>
        </p:nvCxnSpPr>
        <p:spPr>
          <a:xfrm>
            <a:off x="0" y="5014776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563BCF3-4E95-1D14-62A2-861A3B78E1AF}"/>
              </a:ext>
            </a:extLst>
          </p:cNvPr>
          <p:cNvCxnSpPr>
            <a:cxnSpLocks/>
          </p:cNvCxnSpPr>
          <p:nvPr/>
        </p:nvCxnSpPr>
        <p:spPr>
          <a:xfrm>
            <a:off x="0" y="6077294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F73638F-97DC-009D-754A-6E20806871DE}"/>
              </a:ext>
            </a:extLst>
          </p:cNvPr>
          <p:cNvCxnSpPr>
            <a:cxnSpLocks/>
          </p:cNvCxnSpPr>
          <p:nvPr/>
        </p:nvCxnSpPr>
        <p:spPr>
          <a:xfrm>
            <a:off x="650032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D43DB49-9470-3262-B43C-033A284398C8}"/>
              </a:ext>
            </a:extLst>
          </p:cNvPr>
          <p:cNvCxnSpPr>
            <a:cxnSpLocks/>
          </p:cNvCxnSpPr>
          <p:nvPr/>
        </p:nvCxnSpPr>
        <p:spPr>
          <a:xfrm>
            <a:off x="1636084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49B39D1-881B-F0CF-358C-6C3D3F12B3B9}"/>
              </a:ext>
            </a:extLst>
          </p:cNvPr>
          <p:cNvCxnSpPr>
            <a:cxnSpLocks/>
          </p:cNvCxnSpPr>
          <p:nvPr/>
        </p:nvCxnSpPr>
        <p:spPr>
          <a:xfrm>
            <a:off x="2622136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E02E4F9-78E5-5516-3813-C2BA8466300C}"/>
              </a:ext>
            </a:extLst>
          </p:cNvPr>
          <p:cNvCxnSpPr>
            <a:cxnSpLocks/>
          </p:cNvCxnSpPr>
          <p:nvPr/>
        </p:nvCxnSpPr>
        <p:spPr>
          <a:xfrm>
            <a:off x="3608188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B48B8E1-280D-9430-8048-11374BAB4CB5}"/>
              </a:ext>
            </a:extLst>
          </p:cNvPr>
          <p:cNvCxnSpPr>
            <a:cxnSpLocks/>
          </p:cNvCxnSpPr>
          <p:nvPr/>
        </p:nvCxnSpPr>
        <p:spPr>
          <a:xfrm>
            <a:off x="4594240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19A3059-8D82-C091-0384-D435A18431CB}"/>
              </a:ext>
            </a:extLst>
          </p:cNvPr>
          <p:cNvCxnSpPr>
            <a:cxnSpLocks/>
          </p:cNvCxnSpPr>
          <p:nvPr/>
        </p:nvCxnSpPr>
        <p:spPr>
          <a:xfrm>
            <a:off x="5580292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9AF0684-9643-9092-85AE-B5F7ACA0513B}"/>
              </a:ext>
            </a:extLst>
          </p:cNvPr>
          <p:cNvCxnSpPr>
            <a:cxnSpLocks/>
          </p:cNvCxnSpPr>
          <p:nvPr/>
        </p:nvCxnSpPr>
        <p:spPr>
          <a:xfrm>
            <a:off x="6566344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E6BEB16-338C-0044-73CE-9F85AE831812}"/>
              </a:ext>
            </a:extLst>
          </p:cNvPr>
          <p:cNvCxnSpPr>
            <a:cxnSpLocks/>
          </p:cNvCxnSpPr>
          <p:nvPr/>
        </p:nvCxnSpPr>
        <p:spPr>
          <a:xfrm>
            <a:off x="7552396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6ACE75-DF3D-017F-E54D-405CEC1D29B2}"/>
              </a:ext>
            </a:extLst>
          </p:cNvPr>
          <p:cNvCxnSpPr>
            <a:cxnSpLocks/>
          </p:cNvCxnSpPr>
          <p:nvPr/>
        </p:nvCxnSpPr>
        <p:spPr>
          <a:xfrm>
            <a:off x="8538448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BB9F9AF-96D1-52DB-6360-5D3790EEDD7E}"/>
              </a:ext>
            </a:extLst>
          </p:cNvPr>
          <p:cNvCxnSpPr>
            <a:cxnSpLocks/>
          </p:cNvCxnSpPr>
          <p:nvPr/>
        </p:nvCxnSpPr>
        <p:spPr>
          <a:xfrm>
            <a:off x="9524500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B30B545-637E-44AF-F4FF-EA46BA5C03BD}"/>
              </a:ext>
            </a:extLst>
          </p:cNvPr>
          <p:cNvCxnSpPr>
            <a:cxnSpLocks/>
          </p:cNvCxnSpPr>
          <p:nvPr/>
        </p:nvCxnSpPr>
        <p:spPr>
          <a:xfrm>
            <a:off x="10510552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B177808-EA0E-4D0F-8FB8-CFDF234DF40F}"/>
              </a:ext>
            </a:extLst>
          </p:cNvPr>
          <p:cNvCxnSpPr>
            <a:cxnSpLocks/>
          </p:cNvCxnSpPr>
          <p:nvPr/>
        </p:nvCxnSpPr>
        <p:spPr>
          <a:xfrm>
            <a:off x="11496600" y="-800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82887FF-A1A2-8BB4-AB07-6422E2FAB942}"/>
              </a:ext>
            </a:extLst>
          </p:cNvPr>
          <p:cNvCxnSpPr>
            <a:cxnSpLocks/>
          </p:cNvCxnSpPr>
          <p:nvPr/>
        </p:nvCxnSpPr>
        <p:spPr>
          <a:xfrm>
            <a:off x="0" y="7139812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EEAD04C-25C7-CE02-1980-5E46E855FFE7}"/>
              </a:ext>
            </a:extLst>
          </p:cNvPr>
          <p:cNvCxnSpPr>
            <a:cxnSpLocks/>
          </p:cNvCxnSpPr>
          <p:nvPr/>
        </p:nvCxnSpPr>
        <p:spPr>
          <a:xfrm>
            <a:off x="0" y="8202330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7798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33EE2-8BD3-AE4C-3374-3466E4405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17BFFA4-E6B2-612B-4C5B-F5441FA1F7CF}"/>
              </a:ext>
            </a:extLst>
          </p:cNvPr>
          <p:cNvCxnSpPr>
            <a:cxnSpLocks/>
          </p:cNvCxnSpPr>
          <p:nvPr/>
        </p:nvCxnSpPr>
        <p:spPr>
          <a:xfrm>
            <a:off x="0" y="764704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113032F-8F98-C97F-A251-28411B6FD837}"/>
              </a:ext>
            </a:extLst>
          </p:cNvPr>
          <p:cNvCxnSpPr>
            <a:cxnSpLocks/>
          </p:cNvCxnSpPr>
          <p:nvPr/>
        </p:nvCxnSpPr>
        <p:spPr>
          <a:xfrm>
            <a:off x="0" y="1827222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058FE9E-B7AB-BFE1-6BD8-27761F017AE0}"/>
              </a:ext>
            </a:extLst>
          </p:cNvPr>
          <p:cNvCxnSpPr>
            <a:cxnSpLocks/>
          </p:cNvCxnSpPr>
          <p:nvPr/>
        </p:nvCxnSpPr>
        <p:spPr>
          <a:xfrm>
            <a:off x="0" y="2889740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55C7055-312C-7890-A6FF-ABCE139E88B5}"/>
              </a:ext>
            </a:extLst>
          </p:cNvPr>
          <p:cNvCxnSpPr>
            <a:cxnSpLocks/>
          </p:cNvCxnSpPr>
          <p:nvPr/>
        </p:nvCxnSpPr>
        <p:spPr>
          <a:xfrm>
            <a:off x="0" y="3952258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7FFBFB8-122B-176D-BA4E-38776CF2101A}"/>
              </a:ext>
            </a:extLst>
          </p:cNvPr>
          <p:cNvCxnSpPr>
            <a:cxnSpLocks/>
          </p:cNvCxnSpPr>
          <p:nvPr/>
        </p:nvCxnSpPr>
        <p:spPr>
          <a:xfrm>
            <a:off x="0" y="5014776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C82779D-A792-9BA8-DF08-EA0C882FA460}"/>
              </a:ext>
            </a:extLst>
          </p:cNvPr>
          <p:cNvCxnSpPr>
            <a:cxnSpLocks/>
          </p:cNvCxnSpPr>
          <p:nvPr/>
        </p:nvCxnSpPr>
        <p:spPr>
          <a:xfrm>
            <a:off x="0" y="6077294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70FA4C5-1A2C-237F-7B61-7DB5F0EAD780}"/>
              </a:ext>
            </a:extLst>
          </p:cNvPr>
          <p:cNvCxnSpPr>
            <a:cxnSpLocks/>
          </p:cNvCxnSpPr>
          <p:nvPr/>
        </p:nvCxnSpPr>
        <p:spPr>
          <a:xfrm>
            <a:off x="650032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938F8FB-C3AE-2751-278D-70FA48457441}"/>
              </a:ext>
            </a:extLst>
          </p:cNvPr>
          <p:cNvCxnSpPr>
            <a:cxnSpLocks/>
          </p:cNvCxnSpPr>
          <p:nvPr/>
        </p:nvCxnSpPr>
        <p:spPr>
          <a:xfrm>
            <a:off x="1636084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10DD40D-ED5E-528D-A134-1972E2264F8F}"/>
              </a:ext>
            </a:extLst>
          </p:cNvPr>
          <p:cNvCxnSpPr>
            <a:cxnSpLocks/>
          </p:cNvCxnSpPr>
          <p:nvPr/>
        </p:nvCxnSpPr>
        <p:spPr>
          <a:xfrm>
            <a:off x="2622136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B1851D3-3AEC-80CE-2020-2C2D5F146841}"/>
              </a:ext>
            </a:extLst>
          </p:cNvPr>
          <p:cNvCxnSpPr>
            <a:cxnSpLocks/>
          </p:cNvCxnSpPr>
          <p:nvPr/>
        </p:nvCxnSpPr>
        <p:spPr>
          <a:xfrm>
            <a:off x="3608188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12DFD2A-7725-D16F-B988-BE127B4BE768}"/>
              </a:ext>
            </a:extLst>
          </p:cNvPr>
          <p:cNvCxnSpPr>
            <a:cxnSpLocks/>
          </p:cNvCxnSpPr>
          <p:nvPr/>
        </p:nvCxnSpPr>
        <p:spPr>
          <a:xfrm>
            <a:off x="4594240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77A014C-BAAD-348B-1DD4-F6C8567B2BA4}"/>
              </a:ext>
            </a:extLst>
          </p:cNvPr>
          <p:cNvCxnSpPr>
            <a:cxnSpLocks/>
          </p:cNvCxnSpPr>
          <p:nvPr/>
        </p:nvCxnSpPr>
        <p:spPr>
          <a:xfrm>
            <a:off x="5580292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9E41193-9A03-38CC-3BE5-1A6DE0C9E0D4}"/>
              </a:ext>
            </a:extLst>
          </p:cNvPr>
          <p:cNvCxnSpPr>
            <a:cxnSpLocks/>
          </p:cNvCxnSpPr>
          <p:nvPr/>
        </p:nvCxnSpPr>
        <p:spPr>
          <a:xfrm>
            <a:off x="6566344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B04A990-AF43-45A1-4B9B-FF587BBC4546}"/>
              </a:ext>
            </a:extLst>
          </p:cNvPr>
          <p:cNvCxnSpPr>
            <a:cxnSpLocks/>
          </p:cNvCxnSpPr>
          <p:nvPr/>
        </p:nvCxnSpPr>
        <p:spPr>
          <a:xfrm>
            <a:off x="7552396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7C4479C-2549-A369-6B74-757F52E81C45}"/>
              </a:ext>
            </a:extLst>
          </p:cNvPr>
          <p:cNvCxnSpPr>
            <a:cxnSpLocks/>
          </p:cNvCxnSpPr>
          <p:nvPr/>
        </p:nvCxnSpPr>
        <p:spPr>
          <a:xfrm>
            <a:off x="8538448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7D4BD13-C6AA-8B5A-5F22-F5C21B26818B}"/>
              </a:ext>
            </a:extLst>
          </p:cNvPr>
          <p:cNvCxnSpPr>
            <a:cxnSpLocks/>
          </p:cNvCxnSpPr>
          <p:nvPr/>
        </p:nvCxnSpPr>
        <p:spPr>
          <a:xfrm>
            <a:off x="9524500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ADB100B-4716-D44A-0B74-F31E28B57D3A}"/>
              </a:ext>
            </a:extLst>
          </p:cNvPr>
          <p:cNvCxnSpPr>
            <a:cxnSpLocks/>
          </p:cNvCxnSpPr>
          <p:nvPr/>
        </p:nvCxnSpPr>
        <p:spPr>
          <a:xfrm>
            <a:off x="10510552" y="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550428A-F000-AF10-8CBD-95A87B2170D4}"/>
              </a:ext>
            </a:extLst>
          </p:cNvPr>
          <p:cNvCxnSpPr>
            <a:cxnSpLocks/>
          </p:cNvCxnSpPr>
          <p:nvPr/>
        </p:nvCxnSpPr>
        <p:spPr>
          <a:xfrm>
            <a:off x="11496600" y="-8000"/>
            <a:ext cx="0" cy="9000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D41B4CE-C6BD-FAF3-313D-CC1984689770}"/>
              </a:ext>
            </a:extLst>
          </p:cNvPr>
          <p:cNvCxnSpPr>
            <a:cxnSpLocks/>
          </p:cNvCxnSpPr>
          <p:nvPr/>
        </p:nvCxnSpPr>
        <p:spPr>
          <a:xfrm>
            <a:off x="0" y="7139812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2AD503-FD4D-3F69-CF71-D41EBF4024E2}"/>
              </a:ext>
            </a:extLst>
          </p:cNvPr>
          <p:cNvCxnSpPr>
            <a:cxnSpLocks/>
          </p:cNvCxnSpPr>
          <p:nvPr/>
        </p:nvCxnSpPr>
        <p:spPr>
          <a:xfrm>
            <a:off x="0" y="8202330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4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8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8" dur="8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0" dur="8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8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4" dur="8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6" dur="8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8" dur="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0" dur="8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50F43-2AE3-F9E3-3CC9-DF5020EB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04D4B03-47D7-B644-5439-88861198E200}"/>
              </a:ext>
            </a:extLst>
          </p:cNvPr>
          <p:cNvCxnSpPr/>
          <p:nvPr/>
        </p:nvCxnSpPr>
        <p:spPr>
          <a:xfrm flipV="1">
            <a:off x="6852084" y="1123109"/>
            <a:ext cx="0" cy="4212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754C62B-B660-2A60-C2FE-2E2D23D6ABC2}"/>
              </a:ext>
            </a:extLst>
          </p:cNvPr>
          <p:cNvCxnSpPr>
            <a:cxnSpLocks/>
          </p:cNvCxnSpPr>
          <p:nvPr/>
        </p:nvCxnSpPr>
        <p:spPr>
          <a:xfrm>
            <a:off x="1445822" y="3775620"/>
            <a:ext cx="8985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CBC170D-E901-8172-8064-EB4D453D63C6}"/>
              </a:ext>
            </a:extLst>
          </p:cNvPr>
          <p:cNvSpPr/>
          <p:nvPr/>
        </p:nvSpPr>
        <p:spPr>
          <a:xfrm>
            <a:off x="6219251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7ED4F7DD-6DEB-CA27-C27F-1E4B12D279F7}"/>
              </a:ext>
            </a:extLst>
          </p:cNvPr>
          <p:cNvSpPr/>
          <p:nvPr/>
        </p:nvSpPr>
        <p:spPr>
          <a:xfrm flipH="1">
            <a:off x="2245356" y="1900825"/>
            <a:ext cx="3956817" cy="1874699"/>
          </a:xfrm>
          <a:custGeom>
            <a:avLst/>
            <a:gdLst>
              <a:gd name="csX0" fmla="*/ 0 w 3663737"/>
              <a:gd name="csY0" fmla="*/ 532987 h 3147335"/>
              <a:gd name="csX1" fmla="*/ 1466722 w 3663737"/>
              <a:gd name="csY1" fmla="*/ 66581 h 3147335"/>
              <a:gd name="csX2" fmla="*/ 1841074 w 3663737"/>
              <a:gd name="csY2" fmla="*/ 1815602 h 3147335"/>
              <a:gd name="csX3" fmla="*/ 3056183 w 3663737"/>
              <a:gd name="csY3" fmla="*/ 3147312 h 3147335"/>
              <a:gd name="csX4" fmla="*/ 3663737 w 3663737"/>
              <a:gd name="csY4" fmla="*/ 1784917 h 3147335"/>
              <a:gd name="csX0" fmla="*/ 0 w 2687967"/>
              <a:gd name="csY0" fmla="*/ 2443220 h 3087619"/>
              <a:gd name="csX1" fmla="*/ 490952 w 2687967"/>
              <a:gd name="csY1" fmla="*/ 6865 h 3087619"/>
              <a:gd name="csX2" fmla="*/ 865304 w 2687967"/>
              <a:gd name="csY2" fmla="*/ 1755886 h 3087619"/>
              <a:gd name="csX3" fmla="*/ 2080413 w 2687967"/>
              <a:gd name="csY3" fmla="*/ 3087596 h 3087619"/>
              <a:gd name="csX4" fmla="*/ 2687967 w 2687967"/>
              <a:gd name="csY4" fmla="*/ 1725201 h 3087619"/>
              <a:gd name="csX0" fmla="*/ 0 w 2687967"/>
              <a:gd name="csY0" fmla="*/ 2908162 h 3552564"/>
              <a:gd name="csX1" fmla="*/ 908262 w 2687967"/>
              <a:gd name="csY1" fmla="*/ 5402 h 3552564"/>
              <a:gd name="csX2" fmla="*/ 865304 w 2687967"/>
              <a:gd name="csY2" fmla="*/ 2220828 h 3552564"/>
              <a:gd name="csX3" fmla="*/ 2080413 w 2687967"/>
              <a:gd name="csY3" fmla="*/ 3552538 h 3552564"/>
              <a:gd name="csX4" fmla="*/ 2687967 w 2687967"/>
              <a:gd name="csY4" fmla="*/ 2190143 h 3552564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8041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32177 h 3576566"/>
              <a:gd name="csX1" fmla="*/ 908262 w 2687967"/>
              <a:gd name="csY1" fmla="*/ 29417 h 3576566"/>
              <a:gd name="csX2" fmla="*/ 2062002 w 2687967"/>
              <a:gd name="csY2" fmla="*/ 1557509 h 3576566"/>
              <a:gd name="csX3" fmla="*/ 2062003 w 2687967"/>
              <a:gd name="csY3" fmla="*/ 3576553 h 3576566"/>
              <a:gd name="csX4" fmla="*/ 2687967 w 2687967"/>
              <a:gd name="csY4" fmla="*/ 2214158 h 3576566"/>
              <a:gd name="csX0" fmla="*/ 0 w 2687967"/>
              <a:gd name="csY0" fmla="*/ 2928055 h 2928055"/>
              <a:gd name="csX1" fmla="*/ 908262 w 2687967"/>
              <a:gd name="csY1" fmla="*/ 25295 h 2928055"/>
              <a:gd name="csX2" fmla="*/ 2062002 w 2687967"/>
              <a:gd name="csY2" fmla="*/ 1553387 h 2928055"/>
              <a:gd name="csX3" fmla="*/ 2687967 w 2687967"/>
              <a:gd name="csY3" fmla="*/ 2210036 h 2928055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95129"/>
              <a:gd name="csY0" fmla="*/ 2926470 h 2926470"/>
              <a:gd name="csX1" fmla="*/ 908262 w 3995129"/>
              <a:gd name="csY1" fmla="*/ 23710 h 2926470"/>
              <a:gd name="csX2" fmla="*/ 2062002 w 3995129"/>
              <a:gd name="csY2" fmla="*/ 1551802 h 2926470"/>
              <a:gd name="csX3" fmla="*/ 3995129 w 3995129"/>
              <a:gd name="csY3" fmla="*/ 1564075 h 2926470"/>
              <a:gd name="csX0" fmla="*/ 0 w 3967612"/>
              <a:gd name="csY0" fmla="*/ 2926666 h 2926666"/>
              <a:gd name="csX1" fmla="*/ 908262 w 3967612"/>
              <a:gd name="csY1" fmla="*/ 23906 h 2926666"/>
              <a:gd name="csX2" fmla="*/ 2062002 w 3967612"/>
              <a:gd name="csY2" fmla="*/ 1551998 h 2926666"/>
              <a:gd name="csX3" fmla="*/ 3967612 w 3967612"/>
              <a:gd name="csY3" fmla="*/ 1648937 h 2926666"/>
              <a:gd name="csX0" fmla="*/ 0 w 4005712"/>
              <a:gd name="csY0" fmla="*/ 2926637 h 2926637"/>
              <a:gd name="csX1" fmla="*/ 908262 w 4005712"/>
              <a:gd name="csY1" fmla="*/ 23877 h 2926637"/>
              <a:gd name="csX2" fmla="*/ 2062002 w 4005712"/>
              <a:gd name="csY2" fmla="*/ 1551969 h 2926637"/>
              <a:gd name="csX3" fmla="*/ 4005712 w 4005712"/>
              <a:gd name="csY3" fmla="*/ 1636208 h 2926637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4061 h 2934061"/>
              <a:gd name="csX1" fmla="*/ 908262 w 4005712"/>
              <a:gd name="csY1" fmla="*/ 31301 h 2934061"/>
              <a:gd name="csX2" fmla="*/ 2026019 w 4005712"/>
              <a:gd name="csY2" fmla="*/ 1411226 h 2934061"/>
              <a:gd name="csX3" fmla="*/ 4005712 w 4005712"/>
              <a:gd name="csY3" fmla="*/ 1643632 h 2934061"/>
              <a:gd name="csX0" fmla="*/ 0 w 4005712"/>
              <a:gd name="csY0" fmla="*/ 2932752 h 2932752"/>
              <a:gd name="csX1" fmla="*/ 908262 w 4005712"/>
              <a:gd name="csY1" fmla="*/ 29992 h 2932752"/>
              <a:gd name="csX2" fmla="*/ 2026019 w 4005712"/>
              <a:gd name="csY2" fmla="*/ 1409917 h 2932752"/>
              <a:gd name="csX3" fmla="*/ 4005712 w 4005712"/>
              <a:gd name="csY3" fmla="*/ 1642323 h 2932752"/>
              <a:gd name="csX0" fmla="*/ 0 w 4005712"/>
              <a:gd name="csY0" fmla="*/ 2927820 h 2927820"/>
              <a:gd name="csX1" fmla="*/ 1025737 w 4005712"/>
              <a:gd name="csY1" fmla="*/ 31410 h 2927820"/>
              <a:gd name="csX2" fmla="*/ 2026019 w 4005712"/>
              <a:gd name="csY2" fmla="*/ 1404985 h 2927820"/>
              <a:gd name="csX3" fmla="*/ 4005712 w 4005712"/>
              <a:gd name="csY3" fmla="*/ 1637391 h 2927820"/>
              <a:gd name="csX0" fmla="*/ 0 w 4005712"/>
              <a:gd name="csY0" fmla="*/ 2896438 h 2896438"/>
              <a:gd name="csX1" fmla="*/ 1025737 w 4005712"/>
              <a:gd name="csY1" fmla="*/ 28 h 2896438"/>
              <a:gd name="csX2" fmla="*/ 2026019 w 4005712"/>
              <a:gd name="csY2" fmla="*/ 1373603 h 2896438"/>
              <a:gd name="csX3" fmla="*/ 4005712 w 4005712"/>
              <a:gd name="csY3" fmla="*/ 1606009 h 2896438"/>
              <a:gd name="csX0" fmla="*/ 0 w 4005712"/>
              <a:gd name="csY0" fmla="*/ 2896411 h 2896411"/>
              <a:gd name="csX1" fmla="*/ 1025737 w 4005712"/>
              <a:gd name="csY1" fmla="*/ 1 h 2896411"/>
              <a:gd name="csX2" fmla="*/ 2026019 w 4005712"/>
              <a:gd name="csY2" fmla="*/ 1373576 h 2896411"/>
              <a:gd name="csX3" fmla="*/ 4005712 w 4005712"/>
              <a:gd name="csY3" fmla="*/ 1605982 h 2896411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4046987"/>
              <a:gd name="csY0" fmla="*/ 3250647 h 3250647"/>
              <a:gd name="csX1" fmla="*/ 1067012 w 4046987"/>
              <a:gd name="csY1" fmla="*/ 43087 h 3250647"/>
              <a:gd name="csX2" fmla="*/ 2067294 w 4046987"/>
              <a:gd name="csY2" fmla="*/ 1416662 h 3250647"/>
              <a:gd name="csX3" fmla="*/ 4046987 w 4046987"/>
              <a:gd name="csY3" fmla="*/ 1649068 h 3250647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99716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333193 h 3333193"/>
              <a:gd name="csX1" fmla="*/ 1037802 w 3977137"/>
              <a:gd name="csY1" fmla="*/ 46258 h 3333193"/>
              <a:gd name="csX2" fmla="*/ 1997444 w 3977137"/>
              <a:gd name="csY2" fmla="*/ 1419833 h 3333193"/>
              <a:gd name="csX3" fmla="*/ 3977137 w 3977137"/>
              <a:gd name="csY3" fmla="*/ 1652239 h 3333193"/>
              <a:gd name="csX0" fmla="*/ 0 w 3977137"/>
              <a:gd name="csY0" fmla="*/ 3286946 h 3286946"/>
              <a:gd name="csX1" fmla="*/ 1037802 w 3977137"/>
              <a:gd name="csY1" fmla="*/ 11 h 3286946"/>
              <a:gd name="csX2" fmla="*/ 1997444 w 3977137"/>
              <a:gd name="csY2" fmla="*/ 1373586 h 3286946"/>
              <a:gd name="csX3" fmla="*/ 3977137 w 3977137"/>
              <a:gd name="csY3" fmla="*/ 1605992 h 3286946"/>
              <a:gd name="csX0" fmla="*/ 0 w 3845057"/>
              <a:gd name="csY0" fmla="*/ 3327908 h 3327908"/>
              <a:gd name="csX1" fmla="*/ 905722 w 3845057"/>
              <a:gd name="csY1" fmla="*/ 46053 h 3327908"/>
              <a:gd name="csX2" fmla="*/ 1865364 w 3845057"/>
              <a:gd name="csY2" fmla="*/ 1419628 h 3327908"/>
              <a:gd name="csX3" fmla="*/ 3845057 w 3845057"/>
              <a:gd name="csY3" fmla="*/ 1652034 h 3327908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89048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322624 h 3322624"/>
              <a:gd name="csX1" fmla="*/ 946362 w 3829817"/>
              <a:gd name="csY1" fmla="*/ 45849 h 3322624"/>
              <a:gd name="csX2" fmla="*/ 1850124 w 3829817"/>
              <a:gd name="csY2" fmla="*/ 1419424 h 3322624"/>
              <a:gd name="csX3" fmla="*/ 3829817 w 3829817"/>
              <a:gd name="csY3" fmla="*/ 1651830 h 3322624"/>
              <a:gd name="csX0" fmla="*/ 0 w 3829817"/>
              <a:gd name="csY0" fmla="*/ 3276814 h 3276814"/>
              <a:gd name="csX1" fmla="*/ 946362 w 3829817"/>
              <a:gd name="csY1" fmla="*/ 39 h 3276814"/>
              <a:gd name="csX2" fmla="*/ 1850124 w 3829817"/>
              <a:gd name="csY2" fmla="*/ 1373614 h 3276814"/>
              <a:gd name="csX3" fmla="*/ 3829817 w 3829817"/>
              <a:gd name="csY3" fmla="*/ 1606020 h 3276814"/>
              <a:gd name="csX0" fmla="*/ 0 w 3814577"/>
              <a:gd name="csY0" fmla="*/ 1889207 h 1889207"/>
              <a:gd name="csX1" fmla="*/ 931122 w 3814577"/>
              <a:gd name="csY1" fmla="*/ 4352 h 1889207"/>
              <a:gd name="csX2" fmla="*/ 1834884 w 3814577"/>
              <a:gd name="csY2" fmla="*/ 1377927 h 1889207"/>
              <a:gd name="csX3" fmla="*/ 3814577 w 3814577"/>
              <a:gd name="csY3" fmla="*/ 1610333 h 1889207"/>
              <a:gd name="csX0" fmla="*/ 0 w 3814577"/>
              <a:gd name="csY0" fmla="*/ 1889207 h 1889305"/>
              <a:gd name="csX1" fmla="*/ 931122 w 3814577"/>
              <a:gd name="csY1" fmla="*/ 4352 h 1889305"/>
              <a:gd name="csX2" fmla="*/ 1834884 w 3814577"/>
              <a:gd name="csY2" fmla="*/ 1377927 h 1889305"/>
              <a:gd name="csX3" fmla="*/ 3814577 w 3814577"/>
              <a:gd name="csY3" fmla="*/ 1610333 h 1889305"/>
              <a:gd name="csX0" fmla="*/ 0 w 3814577"/>
              <a:gd name="csY0" fmla="*/ 1884905 h 1884998"/>
              <a:gd name="csX1" fmla="*/ 931122 w 3814577"/>
              <a:gd name="csY1" fmla="*/ 50 h 1884998"/>
              <a:gd name="csX2" fmla="*/ 1834884 w 3814577"/>
              <a:gd name="csY2" fmla="*/ 1373625 h 1884998"/>
              <a:gd name="csX3" fmla="*/ 3814577 w 3814577"/>
              <a:gd name="csY3" fmla="*/ 1606031 h 1884998"/>
              <a:gd name="csX0" fmla="*/ 0 w 3814577"/>
              <a:gd name="csY0" fmla="*/ 1885943 h 1886039"/>
              <a:gd name="csX1" fmla="*/ 931122 w 3814577"/>
              <a:gd name="csY1" fmla="*/ 1088 h 1886039"/>
              <a:gd name="csX2" fmla="*/ 1850124 w 3814577"/>
              <a:gd name="csY2" fmla="*/ 1613423 h 1886039"/>
              <a:gd name="csX3" fmla="*/ 3814577 w 3814577"/>
              <a:gd name="csY3" fmla="*/ 1607069 h 1886039"/>
              <a:gd name="csX0" fmla="*/ 0 w 3956817"/>
              <a:gd name="csY0" fmla="*/ 1885943 h 1886039"/>
              <a:gd name="csX1" fmla="*/ 931122 w 3956817"/>
              <a:gd name="csY1" fmla="*/ 1088 h 1886039"/>
              <a:gd name="csX2" fmla="*/ 1850124 w 3956817"/>
              <a:gd name="csY2" fmla="*/ 1613423 h 1886039"/>
              <a:gd name="csX3" fmla="*/ 3956817 w 3956817"/>
              <a:gd name="csY3" fmla="*/ 1866149 h 1886039"/>
              <a:gd name="csX0" fmla="*/ 0 w 3956817"/>
              <a:gd name="csY0" fmla="*/ 1885943 h 1885943"/>
              <a:gd name="csX1" fmla="*/ 931122 w 3956817"/>
              <a:gd name="csY1" fmla="*/ 1088 h 1885943"/>
              <a:gd name="csX2" fmla="*/ 1850124 w 3956817"/>
              <a:gd name="csY2" fmla="*/ 1613423 h 1885943"/>
              <a:gd name="csX3" fmla="*/ 3956817 w 3956817"/>
              <a:gd name="csY3" fmla="*/ 1866149 h 1885943"/>
              <a:gd name="csX0" fmla="*/ 0 w 3956817"/>
              <a:gd name="csY0" fmla="*/ 1887496 h 1887496"/>
              <a:gd name="csX1" fmla="*/ 931122 w 3956817"/>
              <a:gd name="csY1" fmla="*/ 2641 h 1887496"/>
              <a:gd name="csX2" fmla="*/ 1565644 w 3956817"/>
              <a:gd name="csY2" fmla="*/ 1477816 h 1887496"/>
              <a:gd name="csX3" fmla="*/ 3956817 w 3956817"/>
              <a:gd name="csY3" fmla="*/ 1867702 h 1887496"/>
              <a:gd name="csX0" fmla="*/ 0 w 3956817"/>
              <a:gd name="csY0" fmla="*/ 1887633 h 1887633"/>
              <a:gd name="csX1" fmla="*/ 931122 w 3956817"/>
              <a:gd name="csY1" fmla="*/ 2778 h 1887633"/>
              <a:gd name="csX2" fmla="*/ 1565644 w 3956817"/>
              <a:gd name="csY2" fmla="*/ 1477953 h 1887633"/>
              <a:gd name="csX3" fmla="*/ 3956817 w 3956817"/>
              <a:gd name="csY3" fmla="*/ 1867839 h 1887633"/>
              <a:gd name="csX0" fmla="*/ 0 w 3956817"/>
              <a:gd name="csY0" fmla="*/ 1890457 h 1890457"/>
              <a:gd name="csX1" fmla="*/ 931122 w 3956817"/>
              <a:gd name="csY1" fmla="*/ 5602 h 1890457"/>
              <a:gd name="csX2" fmla="*/ 1682484 w 3956817"/>
              <a:gd name="csY2" fmla="*/ 1333457 h 1890457"/>
              <a:gd name="csX3" fmla="*/ 3956817 w 3956817"/>
              <a:gd name="csY3" fmla="*/ 1870663 h 1890457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2598 h 1892598"/>
              <a:gd name="csX1" fmla="*/ 931122 w 3956817"/>
              <a:gd name="csY1" fmla="*/ 7743 h 1892598"/>
              <a:gd name="csX2" fmla="*/ 1763764 w 3956817"/>
              <a:gd name="csY2" fmla="*/ 1254318 h 1892598"/>
              <a:gd name="csX3" fmla="*/ 3956817 w 3956817"/>
              <a:gd name="csY3" fmla="*/ 1872804 h 1892598"/>
              <a:gd name="csX0" fmla="*/ 0 w 3956817"/>
              <a:gd name="csY0" fmla="*/ 1894787 h 1894787"/>
              <a:gd name="csX1" fmla="*/ 931122 w 3956817"/>
              <a:gd name="csY1" fmla="*/ 9932 h 1894787"/>
              <a:gd name="csX2" fmla="*/ 1763764 w 3956817"/>
              <a:gd name="csY2" fmla="*/ 1256507 h 1894787"/>
              <a:gd name="csX3" fmla="*/ 3956817 w 3956817"/>
              <a:gd name="csY3" fmla="*/ 1874993 h 1894787"/>
              <a:gd name="csX0" fmla="*/ 0 w 3956817"/>
              <a:gd name="csY0" fmla="*/ 1892599 h 1892599"/>
              <a:gd name="csX1" fmla="*/ 931122 w 3956817"/>
              <a:gd name="csY1" fmla="*/ 7744 h 1892599"/>
              <a:gd name="csX2" fmla="*/ 1763764 w 3956817"/>
              <a:gd name="csY2" fmla="*/ 1254319 h 1892599"/>
              <a:gd name="csX3" fmla="*/ 3956817 w 3956817"/>
              <a:gd name="csY3" fmla="*/ 1872805 h 1892599"/>
              <a:gd name="csX0" fmla="*/ 0 w 3956817"/>
              <a:gd name="csY0" fmla="*/ 1893042 h 1893042"/>
              <a:gd name="csX1" fmla="*/ 931122 w 3956817"/>
              <a:gd name="csY1" fmla="*/ 8187 h 1893042"/>
              <a:gd name="csX2" fmla="*/ 1763764 w 3956817"/>
              <a:gd name="csY2" fmla="*/ 1254762 h 1893042"/>
              <a:gd name="csX3" fmla="*/ 3956817 w 3956817"/>
              <a:gd name="csY3" fmla="*/ 1873248 h 1893042"/>
              <a:gd name="csX0" fmla="*/ 0 w 3956817"/>
              <a:gd name="csY0" fmla="*/ 1894731 h 1894731"/>
              <a:gd name="csX1" fmla="*/ 931122 w 3956817"/>
              <a:gd name="csY1" fmla="*/ 9876 h 1894731"/>
              <a:gd name="csX2" fmla="*/ 1763764 w 3956817"/>
              <a:gd name="csY2" fmla="*/ 1256451 h 1894731"/>
              <a:gd name="csX3" fmla="*/ 3956817 w 3956817"/>
              <a:gd name="csY3" fmla="*/ 1874937 h 1894731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84899 h 1884899"/>
              <a:gd name="csX1" fmla="*/ 931122 w 3956817"/>
              <a:gd name="csY1" fmla="*/ 44 h 1884899"/>
              <a:gd name="csX2" fmla="*/ 1763764 w 3956817"/>
              <a:gd name="csY2" fmla="*/ 1246619 h 1884899"/>
              <a:gd name="csX3" fmla="*/ 3956817 w 3956817"/>
              <a:gd name="csY3" fmla="*/ 1865105 h 1884899"/>
              <a:gd name="csX0" fmla="*/ 0 w 3956817"/>
              <a:gd name="csY0" fmla="*/ 1874739 h 1874739"/>
              <a:gd name="csX1" fmla="*/ 834602 w 3956817"/>
              <a:gd name="csY1" fmla="*/ 44 h 1874739"/>
              <a:gd name="csX2" fmla="*/ 1763764 w 3956817"/>
              <a:gd name="csY2" fmla="*/ 1236459 h 1874739"/>
              <a:gd name="csX3" fmla="*/ 3956817 w 3956817"/>
              <a:gd name="csY3" fmla="*/ 1854945 h 1874739"/>
              <a:gd name="csX0" fmla="*/ 0 w 3956817"/>
              <a:gd name="csY0" fmla="*/ 1874697 h 1874697"/>
              <a:gd name="csX1" fmla="*/ 834602 w 3956817"/>
              <a:gd name="csY1" fmla="*/ 2 h 1874697"/>
              <a:gd name="csX2" fmla="*/ 1763764 w 3956817"/>
              <a:gd name="csY2" fmla="*/ 1236417 h 1874697"/>
              <a:gd name="csX3" fmla="*/ 3956817 w 3956817"/>
              <a:gd name="csY3" fmla="*/ 1854903 h 1874697"/>
              <a:gd name="csX0" fmla="*/ 0 w 3956817"/>
              <a:gd name="csY0" fmla="*/ 1874699 h 1874699"/>
              <a:gd name="csX1" fmla="*/ 834602 w 3956817"/>
              <a:gd name="csY1" fmla="*/ 4 h 1874699"/>
              <a:gd name="csX2" fmla="*/ 1763764 w 3956817"/>
              <a:gd name="csY2" fmla="*/ 1236419 h 1874699"/>
              <a:gd name="csX3" fmla="*/ 3956817 w 3956817"/>
              <a:gd name="csY3" fmla="*/ 1854905 h 1874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6817" h="1874699">
                <a:moveTo>
                  <a:pt x="0" y="1874699"/>
                </a:moveTo>
                <a:cubicBezTo>
                  <a:pt x="919028" y="1874971"/>
                  <a:pt x="556727" y="2245"/>
                  <a:pt x="834602" y="4"/>
                </a:cubicBezTo>
                <a:cubicBezTo>
                  <a:pt x="1112477" y="-2237"/>
                  <a:pt x="1243395" y="927269"/>
                  <a:pt x="1763764" y="1236419"/>
                </a:cubicBezTo>
                <a:cubicBezTo>
                  <a:pt x="2284133" y="1545569"/>
                  <a:pt x="3699642" y="1837454"/>
                  <a:pt x="3956817" y="185490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F58C6F-2499-0CFE-8FCF-8DEF07896153}"/>
              </a:ext>
            </a:extLst>
          </p:cNvPr>
          <p:cNvSpPr txBox="1"/>
          <p:nvPr/>
        </p:nvSpPr>
        <p:spPr>
          <a:xfrm>
            <a:off x="6276020" y="764704"/>
            <a:ext cx="316915" cy="369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07B8B6-E794-2F11-7219-BE75D32941F1}"/>
              </a:ext>
            </a:extLst>
          </p:cNvPr>
          <p:cNvSpPr txBox="1"/>
          <p:nvPr/>
        </p:nvSpPr>
        <p:spPr>
          <a:xfrm>
            <a:off x="7948955" y="764704"/>
            <a:ext cx="451301" cy="369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III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801C33D-F106-BEDA-563D-03A178249423}"/>
              </a:ext>
            </a:extLst>
          </p:cNvPr>
          <p:cNvCxnSpPr>
            <a:cxnSpLocks/>
          </p:cNvCxnSpPr>
          <p:nvPr/>
        </p:nvCxnSpPr>
        <p:spPr>
          <a:xfrm>
            <a:off x="1416480" y="2960948"/>
            <a:ext cx="9000000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B070AF51-508F-019D-5289-63DE535C67B1}"/>
              </a:ext>
            </a:extLst>
          </p:cNvPr>
          <p:cNvSpPr/>
          <p:nvPr/>
        </p:nvSpPr>
        <p:spPr>
          <a:xfrm>
            <a:off x="6860226" y="1900825"/>
            <a:ext cx="909348" cy="1874699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8BFDAA9-8B24-3DB7-7D4B-9CB24FAD0119}"/>
              </a:ext>
            </a:extLst>
          </p:cNvPr>
          <p:cNvCxnSpPr>
            <a:cxnSpLocks/>
          </p:cNvCxnSpPr>
          <p:nvPr/>
        </p:nvCxnSpPr>
        <p:spPr>
          <a:xfrm>
            <a:off x="6865678" y="3364528"/>
            <a:ext cx="88650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4B73AD6-1F38-F573-43D0-FD21A9784254}"/>
              </a:ext>
            </a:extLst>
          </p:cNvPr>
          <p:cNvCxnSpPr>
            <a:cxnSpLocks/>
          </p:cNvCxnSpPr>
          <p:nvPr/>
        </p:nvCxnSpPr>
        <p:spPr>
          <a:xfrm>
            <a:off x="6852084" y="2968828"/>
            <a:ext cx="0" cy="4961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88877FB-9AB7-6E1B-071A-858DD7524BEB}"/>
              </a:ext>
            </a:extLst>
          </p:cNvPr>
          <p:cNvCxnSpPr>
            <a:cxnSpLocks/>
          </p:cNvCxnSpPr>
          <p:nvPr/>
        </p:nvCxnSpPr>
        <p:spPr>
          <a:xfrm>
            <a:off x="7752184" y="2932824"/>
            <a:ext cx="0" cy="4961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A0849AB-4E68-2DEC-939C-F5B5FCE5AF42}"/>
                  </a:ext>
                </a:extLst>
              </p:cNvPr>
              <p:cNvSpPr txBox="1"/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A0849AB-4E68-2DEC-939C-F5B5FCE5A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116" y="3316291"/>
                <a:ext cx="756084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717F19FC-C839-BE10-3405-A37BBB708BD7}"/>
              </a:ext>
            </a:extLst>
          </p:cNvPr>
          <p:cNvSpPr txBox="1"/>
          <p:nvPr/>
        </p:nvSpPr>
        <p:spPr>
          <a:xfrm>
            <a:off x="6930889" y="1651245"/>
            <a:ext cx="75608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i="1" dirty="0">
                <a:latin typeface="KaTeX_Math"/>
              </a:rPr>
              <a:t>V</a:t>
            </a:r>
            <a:r>
              <a:rPr lang="zh-CN" altLang="zh-CN" sz="1050" baseline="-25000" dirty="0">
                <a:latin typeface="KaTeX_Main"/>
              </a:rPr>
              <a:t>0</a:t>
            </a:r>
            <a:r>
              <a:rPr lang="zh-CN" altLang="zh-CN" sz="1050" dirty="0">
                <a:latin typeface="KaTeX_Main"/>
              </a:rPr>
              <a:t>​</a:t>
            </a:r>
            <a:endParaRPr lang="zh-CN" altLang="en-US" sz="1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317A66-7471-60C2-8CF9-CFF535259037}"/>
              </a:ext>
            </a:extLst>
          </p:cNvPr>
          <p:cNvSpPr txBox="1"/>
          <p:nvPr/>
        </p:nvSpPr>
        <p:spPr>
          <a:xfrm>
            <a:off x="6960097" y="767445"/>
            <a:ext cx="358526" cy="369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II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2FEF9F7-1276-D318-1E8E-C0A1A84F79AA}"/>
                  </a:ext>
                </a:extLst>
              </p:cNvPr>
              <p:cNvSpPr txBox="1"/>
              <p:nvPr/>
            </p:nvSpPr>
            <p:spPr>
              <a:xfrm>
                <a:off x="6237789" y="1101187"/>
                <a:ext cx="707740" cy="369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2FEF9F7-1276-D318-1E8E-C0A1A84F7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789" y="1101187"/>
                <a:ext cx="707740" cy="36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F02FAC6-5C33-1F5A-8759-D0B320362E82}"/>
                  </a:ext>
                </a:extLst>
              </p:cNvPr>
              <p:cNvSpPr txBox="1"/>
              <p:nvPr/>
            </p:nvSpPr>
            <p:spPr>
              <a:xfrm>
                <a:off x="10272464" y="3590794"/>
                <a:ext cx="707740" cy="369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F02FAC6-5C33-1F5A-8759-D0B320362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464" y="3590794"/>
                <a:ext cx="707740" cy="369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2159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72BBF-E161-3225-66E7-EB89B954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B5DBB71-47AF-BEC3-C809-00579EB5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" y="0"/>
            <a:ext cx="1219092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37E434D-18BB-4C11-26C7-E9AE8C7AE15E}"/>
              </a:ext>
            </a:extLst>
          </p:cNvPr>
          <p:cNvSpPr/>
          <p:nvPr/>
        </p:nvSpPr>
        <p:spPr>
          <a:xfrm>
            <a:off x="-6116" y="-32054"/>
            <a:ext cx="12191999" cy="7781534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BE24C65-AADB-3493-5766-2928A1B11214}"/>
              </a:ext>
            </a:extLst>
          </p:cNvPr>
          <p:cNvGrpSpPr/>
          <p:nvPr/>
        </p:nvGrpSpPr>
        <p:grpSpPr>
          <a:xfrm>
            <a:off x="0" y="-8000"/>
            <a:ext cx="12192000" cy="6866000"/>
            <a:chOff x="0" y="-8000"/>
            <a:chExt cx="12192000" cy="6866000"/>
          </a:xfrm>
        </p:grpSpPr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01112E53-CD24-3F0A-F81C-566FE3E19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64704"/>
              <a:ext cx="12192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B97D118E-CE91-D461-C0AF-F20050ACC9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27222"/>
              <a:ext cx="12192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2133DD63-24C0-B1C2-9EFC-D16F81CCA1B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9740"/>
              <a:ext cx="12192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92159992-869B-A5D8-714F-F51B550AA1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52258"/>
              <a:ext cx="12192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07305224-98A7-4763-FBB1-6680F0847FF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14776"/>
              <a:ext cx="12192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7175A9B6-9AEA-0F19-40C6-953110E6B8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077294"/>
              <a:ext cx="12192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4FA7040-93F6-C277-0174-9FEDE971CB64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985F1115-5233-D7B3-C00C-CC0F76D64752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1B892F6-D267-8755-6C97-1D55AE07E4A4}"/>
                </a:ext>
              </a:extLst>
            </p:cNvPr>
            <p:cNvCxnSpPr>
              <a:cxnSpLocks/>
            </p:cNvCxnSpPr>
            <p:nvPr/>
          </p:nvCxnSpPr>
          <p:spPr>
            <a:xfrm>
              <a:off x="26221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C4F6166F-8491-0C47-1DAE-6D88077B166F}"/>
                </a:ext>
              </a:extLst>
            </p:cNvPr>
            <p:cNvCxnSpPr>
              <a:cxnSpLocks/>
            </p:cNvCxnSpPr>
            <p:nvPr/>
          </p:nvCxnSpPr>
          <p:spPr>
            <a:xfrm>
              <a:off x="360818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2EE93C4C-85A6-B25B-B3F2-A35706A82ED6}"/>
                </a:ext>
              </a:extLst>
            </p:cNvPr>
            <p:cNvCxnSpPr>
              <a:cxnSpLocks/>
            </p:cNvCxnSpPr>
            <p:nvPr/>
          </p:nvCxnSpPr>
          <p:spPr>
            <a:xfrm>
              <a:off x="459424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EA9397E7-025D-FA46-9F1D-76FE66CC2436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9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6B15BFC-C1C8-B224-927B-C795C2F10125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4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37C0B3FB-61BD-87B7-8285-22A97802F846}"/>
                </a:ext>
              </a:extLst>
            </p:cNvPr>
            <p:cNvCxnSpPr>
              <a:cxnSpLocks/>
            </p:cNvCxnSpPr>
            <p:nvPr/>
          </p:nvCxnSpPr>
          <p:spPr>
            <a:xfrm>
              <a:off x="755239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6D6DE35-4B6A-A70B-1600-2030D6B5F41C}"/>
                </a:ext>
              </a:extLst>
            </p:cNvPr>
            <p:cNvCxnSpPr>
              <a:cxnSpLocks/>
            </p:cNvCxnSpPr>
            <p:nvPr/>
          </p:nvCxnSpPr>
          <p:spPr>
            <a:xfrm>
              <a:off x="853844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4D7237CA-34D7-F051-3A21-FEF8803CCB5D}"/>
                </a:ext>
              </a:extLst>
            </p:cNvPr>
            <p:cNvCxnSpPr>
              <a:cxnSpLocks/>
            </p:cNvCxnSpPr>
            <p:nvPr/>
          </p:nvCxnSpPr>
          <p:spPr>
            <a:xfrm>
              <a:off x="952450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F72F4BCE-DA75-D014-DA22-C7EC0D75CB5B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55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55D33D7-196D-595F-B281-A71D74902D20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00" y="-8000"/>
              <a:ext cx="0" cy="6858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848055D1-EC74-EA67-0A55-EA590CF9B94F}"/>
              </a:ext>
            </a:extLst>
          </p:cNvPr>
          <p:cNvSpPr>
            <a:spLocks noChangeAspect="1"/>
          </p:cNvSpPr>
          <p:nvPr/>
        </p:nvSpPr>
        <p:spPr>
          <a:xfrm>
            <a:off x="7860196" y="2456892"/>
            <a:ext cx="324036" cy="3240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186F2A0-5332-61B3-D42C-B55029E1BA63}"/>
              </a:ext>
            </a:extLst>
          </p:cNvPr>
          <p:cNvCxnSpPr>
            <a:cxnSpLocks/>
          </p:cNvCxnSpPr>
          <p:nvPr/>
        </p:nvCxnSpPr>
        <p:spPr>
          <a:xfrm>
            <a:off x="0" y="5553236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FBB073D-9C5A-D6FD-8D91-66F2C62C3EF8}"/>
              </a:ext>
            </a:extLst>
          </p:cNvPr>
          <p:cNvSpPr txBox="1"/>
          <p:nvPr/>
        </p:nvSpPr>
        <p:spPr>
          <a:xfrm>
            <a:off x="-1032792" y="5426060"/>
            <a:ext cx="14941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600" dirty="0">
                <a:gradFill>
                  <a:gsLst>
                    <a:gs pos="100000">
                      <a:schemeClr val="tx1">
                        <a:lumMod val="50000"/>
                        <a:lumOff val="50000"/>
                        <a:alpha val="65000"/>
                      </a:schemeClr>
                    </a:gs>
                    <a:gs pos="0">
                      <a:schemeClr val="tx1">
                        <a:lumMod val="95000"/>
                        <a:lumOff val="5000"/>
                        <a:alpha val="95000"/>
                      </a:schemeClr>
                    </a:gs>
                  </a:gsLst>
                  <a:lin ang="5400000" scaled="1"/>
                </a:gradFill>
              </a:rPr>
              <a:t>//////////////////////////////////////////////////////////////////</a:t>
            </a:r>
            <a:endParaRPr lang="zh-CN" altLang="en-US" sz="2800" spc="600" dirty="0">
              <a:gradFill>
                <a:gsLst>
                  <a:gs pos="100000">
                    <a:schemeClr val="tx1">
                      <a:lumMod val="50000"/>
                      <a:lumOff val="50000"/>
                      <a:alpha val="65000"/>
                    </a:schemeClr>
                  </a:gs>
                  <a:gs pos="0">
                    <a:schemeClr val="tx1">
                      <a:lumMod val="95000"/>
                      <a:lumOff val="5000"/>
                      <a:alpha val="95000"/>
                    </a:schemeClr>
                  </a:gs>
                </a:gsLst>
                <a:lin ang="5400000" scaled="1"/>
              </a:gra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5CF8532-EACB-F652-3CBA-1ACCB700B686}"/>
              </a:ext>
            </a:extLst>
          </p:cNvPr>
          <p:cNvCxnSpPr>
            <a:cxnSpLocks/>
          </p:cNvCxnSpPr>
          <p:nvPr/>
        </p:nvCxnSpPr>
        <p:spPr>
          <a:xfrm>
            <a:off x="9120336" y="2816932"/>
            <a:ext cx="0" cy="27363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弧形 8">
            <a:extLst>
              <a:ext uri="{FF2B5EF4-FFF2-40B4-BE49-F238E27FC236}">
                <a16:creationId xmlns:a16="http://schemas.microsoft.com/office/drawing/2014/main" id="{D14EE630-E64F-57AB-3C95-46A4A20738F8}"/>
              </a:ext>
            </a:extLst>
          </p:cNvPr>
          <p:cNvSpPr/>
          <p:nvPr/>
        </p:nvSpPr>
        <p:spPr>
          <a:xfrm>
            <a:off x="-10753872" y="-27384"/>
            <a:ext cx="22301518" cy="19478164"/>
          </a:xfrm>
          <a:prstGeom prst="arc">
            <a:avLst>
              <a:gd name="adj1" fmla="val 16200000"/>
              <a:gd name="adj2" fmla="val 19034168"/>
            </a:avLst>
          </a:prstGeom>
          <a:ln w="12700">
            <a:solidFill>
              <a:srgbClr val="11111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997E90C-3253-C6B2-1841-2FC487183071}"/>
              </a:ext>
            </a:extLst>
          </p:cNvPr>
          <p:cNvCxnSpPr/>
          <p:nvPr/>
        </p:nvCxnSpPr>
        <p:spPr>
          <a:xfrm>
            <a:off x="8022214" y="2618910"/>
            <a:ext cx="0" cy="630070"/>
          </a:xfrm>
          <a:prstGeom prst="straightConnector1">
            <a:avLst/>
          </a:prstGeom>
          <a:ln>
            <a:solidFill>
              <a:srgbClr val="1111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9045DDC-39D3-9295-C7F2-1A84602D52F3}"/>
              </a:ext>
            </a:extLst>
          </p:cNvPr>
          <p:cNvSpPr txBox="1"/>
          <p:nvPr/>
        </p:nvSpPr>
        <p:spPr>
          <a:xfrm>
            <a:off x="7770186" y="3149389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6D7128D-0EE7-2D5E-4506-4962B403EEFC}"/>
                  </a:ext>
                </a:extLst>
              </p:cNvPr>
              <p:cNvSpPr txBox="1"/>
              <p:nvPr/>
            </p:nvSpPr>
            <p:spPr>
              <a:xfrm>
                <a:off x="8256240" y="2584306"/>
                <a:ext cx="504056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1600" baseline="-25000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6D7128D-0EE7-2D5E-4506-4962B403E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40" y="2584306"/>
                <a:ext cx="504056" cy="362984"/>
              </a:xfrm>
              <a:prstGeom prst="rect">
                <a:avLst/>
              </a:prstGeom>
              <a:blipFill>
                <a:blip r:embed="rId3"/>
                <a:stretch>
                  <a:fillRect b="-18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074CC9F-8939-BA27-8F21-C66C174D2732}"/>
              </a:ext>
            </a:extLst>
          </p:cNvPr>
          <p:cNvSpPr/>
          <p:nvPr/>
        </p:nvSpPr>
        <p:spPr>
          <a:xfrm>
            <a:off x="-240704" y="3538220"/>
            <a:ext cx="9260205" cy="2010410"/>
          </a:xfrm>
          <a:custGeom>
            <a:avLst/>
            <a:gdLst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200346 w 9286839"/>
              <a:gd name="csY4" fmla="*/ 13017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357826 w 9286839"/>
              <a:gd name="csY4" fmla="*/ 13271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357826 w 9286839"/>
              <a:gd name="csY4" fmla="*/ 13271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357826 w 9286839"/>
              <a:gd name="csY4" fmla="*/ 13271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839"/>
              <a:gd name="csY0" fmla="*/ 0 h 2811955"/>
              <a:gd name="csX1" fmla="*/ 9229296 w 9286839"/>
              <a:gd name="csY1" fmla="*/ 800100 h 2811955"/>
              <a:gd name="csX2" fmla="*/ 8981646 w 9286839"/>
              <a:gd name="csY2" fmla="*/ 990600 h 2811955"/>
              <a:gd name="csX3" fmla="*/ 7603696 w 9286839"/>
              <a:gd name="csY3" fmla="*/ 2774950 h 2811955"/>
              <a:gd name="csX4" fmla="*/ 6357826 w 9286839"/>
              <a:gd name="csY4" fmla="*/ 1327150 h 2811955"/>
              <a:gd name="csX5" fmla="*/ 5254196 w 9286839"/>
              <a:gd name="csY5" fmla="*/ 2711450 h 2811955"/>
              <a:gd name="csX6" fmla="*/ 3901646 w 9286839"/>
              <a:gd name="csY6" fmla="*/ 1485900 h 2811955"/>
              <a:gd name="csX7" fmla="*/ 2777696 w 9286839"/>
              <a:gd name="csY7" fmla="*/ 2616200 h 2811955"/>
              <a:gd name="csX8" fmla="*/ 1818846 w 9286839"/>
              <a:gd name="csY8" fmla="*/ 2152650 h 2811955"/>
              <a:gd name="csX9" fmla="*/ 637746 w 9286839"/>
              <a:gd name="csY9" fmla="*/ 2806700 h 2811955"/>
              <a:gd name="csX10" fmla="*/ 174196 w 9286839"/>
              <a:gd name="csY10" fmla="*/ 2451100 h 2811955"/>
              <a:gd name="csX0" fmla="*/ 8168846 w 9286391"/>
              <a:gd name="csY0" fmla="*/ 0 h 2811955"/>
              <a:gd name="csX1" fmla="*/ 9229296 w 9286391"/>
              <a:gd name="csY1" fmla="*/ 800100 h 2811955"/>
              <a:gd name="csX2" fmla="*/ 8981646 w 9286391"/>
              <a:gd name="csY2" fmla="*/ 990600 h 2811955"/>
              <a:gd name="csX3" fmla="*/ 7618936 w 9286391"/>
              <a:gd name="csY3" fmla="*/ 2780030 h 2811955"/>
              <a:gd name="csX4" fmla="*/ 6357826 w 9286391"/>
              <a:gd name="csY4" fmla="*/ 1327150 h 2811955"/>
              <a:gd name="csX5" fmla="*/ 5254196 w 9286391"/>
              <a:gd name="csY5" fmla="*/ 2711450 h 2811955"/>
              <a:gd name="csX6" fmla="*/ 3901646 w 9286391"/>
              <a:gd name="csY6" fmla="*/ 1485900 h 2811955"/>
              <a:gd name="csX7" fmla="*/ 2777696 w 9286391"/>
              <a:gd name="csY7" fmla="*/ 2616200 h 2811955"/>
              <a:gd name="csX8" fmla="*/ 1818846 w 9286391"/>
              <a:gd name="csY8" fmla="*/ 2152650 h 2811955"/>
              <a:gd name="csX9" fmla="*/ 637746 w 9286391"/>
              <a:gd name="csY9" fmla="*/ 2806700 h 2811955"/>
              <a:gd name="csX10" fmla="*/ 174196 w 9286391"/>
              <a:gd name="csY10" fmla="*/ 2451100 h 2811955"/>
              <a:gd name="csX0" fmla="*/ 8168846 w 9249332"/>
              <a:gd name="csY0" fmla="*/ 0 h 2811955"/>
              <a:gd name="csX1" fmla="*/ 9229296 w 9249332"/>
              <a:gd name="csY1" fmla="*/ 800100 h 2811955"/>
              <a:gd name="csX2" fmla="*/ 8768286 w 9249332"/>
              <a:gd name="csY2" fmla="*/ 1061720 h 2811955"/>
              <a:gd name="csX3" fmla="*/ 7618936 w 9249332"/>
              <a:gd name="csY3" fmla="*/ 2780030 h 2811955"/>
              <a:gd name="csX4" fmla="*/ 6357826 w 9249332"/>
              <a:gd name="csY4" fmla="*/ 1327150 h 2811955"/>
              <a:gd name="csX5" fmla="*/ 5254196 w 9249332"/>
              <a:gd name="csY5" fmla="*/ 2711450 h 2811955"/>
              <a:gd name="csX6" fmla="*/ 3901646 w 9249332"/>
              <a:gd name="csY6" fmla="*/ 1485900 h 2811955"/>
              <a:gd name="csX7" fmla="*/ 2777696 w 9249332"/>
              <a:gd name="csY7" fmla="*/ 2616200 h 2811955"/>
              <a:gd name="csX8" fmla="*/ 1818846 w 9249332"/>
              <a:gd name="csY8" fmla="*/ 2152650 h 2811955"/>
              <a:gd name="csX9" fmla="*/ 637746 w 9249332"/>
              <a:gd name="csY9" fmla="*/ 2806700 h 2811955"/>
              <a:gd name="csX10" fmla="*/ 174196 w 9249332"/>
              <a:gd name="csY10" fmla="*/ 2451100 h 2811955"/>
              <a:gd name="csX0" fmla="*/ 8168846 w 9249332"/>
              <a:gd name="csY0" fmla="*/ 0 h 2811955"/>
              <a:gd name="csX1" fmla="*/ 9229296 w 9249332"/>
              <a:gd name="csY1" fmla="*/ 784860 h 2811955"/>
              <a:gd name="csX2" fmla="*/ 8768286 w 9249332"/>
              <a:gd name="csY2" fmla="*/ 1061720 h 2811955"/>
              <a:gd name="csX3" fmla="*/ 7618936 w 9249332"/>
              <a:gd name="csY3" fmla="*/ 2780030 h 2811955"/>
              <a:gd name="csX4" fmla="*/ 6357826 w 9249332"/>
              <a:gd name="csY4" fmla="*/ 1327150 h 2811955"/>
              <a:gd name="csX5" fmla="*/ 5254196 w 9249332"/>
              <a:gd name="csY5" fmla="*/ 2711450 h 2811955"/>
              <a:gd name="csX6" fmla="*/ 3901646 w 9249332"/>
              <a:gd name="csY6" fmla="*/ 1485900 h 2811955"/>
              <a:gd name="csX7" fmla="*/ 2777696 w 9249332"/>
              <a:gd name="csY7" fmla="*/ 2616200 h 2811955"/>
              <a:gd name="csX8" fmla="*/ 1818846 w 9249332"/>
              <a:gd name="csY8" fmla="*/ 2152650 h 2811955"/>
              <a:gd name="csX9" fmla="*/ 637746 w 9249332"/>
              <a:gd name="csY9" fmla="*/ 2806700 h 2811955"/>
              <a:gd name="csX10" fmla="*/ 174196 w 9249332"/>
              <a:gd name="csY10" fmla="*/ 2451100 h 2811955"/>
              <a:gd name="csX0" fmla="*/ 8168846 w 9249332"/>
              <a:gd name="csY0" fmla="*/ 0 h 2811955"/>
              <a:gd name="csX1" fmla="*/ 9229296 w 9249332"/>
              <a:gd name="csY1" fmla="*/ 784860 h 2811955"/>
              <a:gd name="csX2" fmla="*/ 8768286 w 9249332"/>
              <a:gd name="csY2" fmla="*/ 1061720 h 2811955"/>
              <a:gd name="csX3" fmla="*/ 7618936 w 9249332"/>
              <a:gd name="csY3" fmla="*/ 2780030 h 2811955"/>
              <a:gd name="csX4" fmla="*/ 6357826 w 9249332"/>
              <a:gd name="csY4" fmla="*/ 1327150 h 2811955"/>
              <a:gd name="csX5" fmla="*/ 5254196 w 9249332"/>
              <a:gd name="csY5" fmla="*/ 2711450 h 2811955"/>
              <a:gd name="csX6" fmla="*/ 3901646 w 9249332"/>
              <a:gd name="csY6" fmla="*/ 1485900 h 2811955"/>
              <a:gd name="csX7" fmla="*/ 2777696 w 9249332"/>
              <a:gd name="csY7" fmla="*/ 2616200 h 2811955"/>
              <a:gd name="csX8" fmla="*/ 1818846 w 9249332"/>
              <a:gd name="csY8" fmla="*/ 2152650 h 2811955"/>
              <a:gd name="csX9" fmla="*/ 637746 w 9249332"/>
              <a:gd name="csY9" fmla="*/ 2806700 h 2811955"/>
              <a:gd name="csX10" fmla="*/ 174196 w 9249332"/>
              <a:gd name="csY10" fmla="*/ 2451100 h 2811955"/>
              <a:gd name="csX0" fmla="*/ 8168846 w 9231593"/>
              <a:gd name="csY0" fmla="*/ 0 h 2811955"/>
              <a:gd name="csX1" fmla="*/ 9229296 w 9231593"/>
              <a:gd name="csY1" fmla="*/ 784860 h 2811955"/>
              <a:gd name="csX2" fmla="*/ 8768286 w 9231593"/>
              <a:gd name="csY2" fmla="*/ 1061720 h 2811955"/>
              <a:gd name="csX3" fmla="*/ 7618936 w 9231593"/>
              <a:gd name="csY3" fmla="*/ 2780030 h 2811955"/>
              <a:gd name="csX4" fmla="*/ 6357826 w 9231593"/>
              <a:gd name="csY4" fmla="*/ 1327150 h 2811955"/>
              <a:gd name="csX5" fmla="*/ 5254196 w 9231593"/>
              <a:gd name="csY5" fmla="*/ 2711450 h 2811955"/>
              <a:gd name="csX6" fmla="*/ 3901646 w 9231593"/>
              <a:gd name="csY6" fmla="*/ 1485900 h 2811955"/>
              <a:gd name="csX7" fmla="*/ 2777696 w 9231593"/>
              <a:gd name="csY7" fmla="*/ 2616200 h 2811955"/>
              <a:gd name="csX8" fmla="*/ 1818846 w 9231593"/>
              <a:gd name="csY8" fmla="*/ 2152650 h 2811955"/>
              <a:gd name="csX9" fmla="*/ 637746 w 9231593"/>
              <a:gd name="csY9" fmla="*/ 2806700 h 2811955"/>
              <a:gd name="csX10" fmla="*/ 174196 w 9231593"/>
              <a:gd name="csY10" fmla="*/ 2451100 h 2811955"/>
              <a:gd name="csX0" fmla="*/ 8168846 w 9231593"/>
              <a:gd name="csY0" fmla="*/ 0 h 2811955"/>
              <a:gd name="csX1" fmla="*/ 9229296 w 9231593"/>
              <a:gd name="csY1" fmla="*/ 784860 h 2811955"/>
              <a:gd name="csX2" fmla="*/ 8768286 w 9231593"/>
              <a:gd name="csY2" fmla="*/ 1061720 h 2811955"/>
              <a:gd name="csX3" fmla="*/ 7618936 w 9231593"/>
              <a:gd name="csY3" fmla="*/ 2780030 h 2811955"/>
              <a:gd name="csX4" fmla="*/ 6357826 w 9231593"/>
              <a:gd name="csY4" fmla="*/ 1327150 h 2811955"/>
              <a:gd name="csX5" fmla="*/ 5254196 w 9231593"/>
              <a:gd name="csY5" fmla="*/ 2711450 h 2811955"/>
              <a:gd name="csX6" fmla="*/ 3901646 w 9231593"/>
              <a:gd name="csY6" fmla="*/ 1485900 h 2811955"/>
              <a:gd name="csX7" fmla="*/ 2777696 w 9231593"/>
              <a:gd name="csY7" fmla="*/ 2616200 h 2811955"/>
              <a:gd name="csX8" fmla="*/ 1818846 w 9231593"/>
              <a:gd name="csY8" fmla="*/ 2152650 h 2811955"/>
              <a:gd name="csX9" fmla="*/ 637746 w 9231593"/>
              <a:gd name="csY9" fmla="*/ 2806700 h 2811955"/>
              <a:gd name="csX10" fmla="*/ 174196 w 9231593"/>
              <a:gd name="csY10" fmla="*/ 2451100 h 2811955"/>
              <a:gd name="csX0" fmla="*/ 8168846 w 9229296"/>
              <a:gd name="csY0" fmla="*/ 0 h 2811955"/>
              <a:gd name="csX1" fmla="*/ 9229296 w 9229296"/>
              <a:gd name="csY1" fmla="*/ 784860 h 2811955"/>
              <a:gd name="csX2" fmla="*/ 8768286 w 9229296"/>
              <a:gd name="csY2" fmla="*/ 1061720 h 2811955"/>
              <a:gd name="csX3" fmla="*/ 7618936 w 9229296"/>
              <a:gd name="csY3" fmla="*/ 2780030 h 2811955"/>
              <a:gd name="csX4" fmla="*/ 6357826 w 9229296"/>
              <a:gd name="csY4" fmla="*/ 1327150 h 2811955"/>
              <a:gd name="csX5" fmla="*/ 5254196 w 9229296"/>
              <a:gd name="csY5" fmla="*/ 2711450 h 2811955"/>
              <a:gd name="csX6" fmla="*/ 3901646 w 9229296"/>
              <a:gd name="csY6" fmla="*/ 1485900 h 2811955"/>
              <a:gd name="csX7" fmla="*/ 2777696 w 9229296"/>
              <a:gd name="csY7" fmla="*/ 2616200 h 2811955"/>
              <a:gd name="csX8" fmla="*/ 1818846 w 9229296"/>
              <a:gd name="csY8" fmla="*/ 2152650 h 2811955"/>
              <a:gd name="csX9" fmla="*/ 637746 w 9229296"/>
              <a:gd name="csY9" fmla="*/ 2806700 h 2811955"/>
              <a:gd name="csX10" fmla="*/ 174196 w 9229296"/>
              <a:gd name="csY10" fmla="*/ 2451100 h 2811955"/>
              <a:gd name="csX0" fmla="*/ 8189166 w 9229296"/>
              <a:gd name="csY0" fmla="*/ 0 h 2938955"/>
              <a:gd name="csX1" fmla="*/ 9229296 w 9229296"/>
              <a:gd name="csY1" fmla="*/ 911860 h 2938955"/>
              <a:gd name="csX2" fmla="*/ 8768286 w 9229296"/>
              <a:gd name="csY2" fmla="*/ 1188720 h 2938955"/>
              <a:gd name="csX3" fmla="*/ 7618936 w 9229296"/>
              <a:gd name="csY3" fmla="*/ 2907030 h 2938955"/>
              <a:gd name="csX4" fmla="*/ 6357826 w 9229296"/>
              <a:gd name="csY4" fmla="*/ 1454150 h 2938955"/>
              <a:gd name="csX5" fmla="*/ 5254196 w 9229296"/>
              <a:gd name="csY5" fmla="*/ 2838450 h 2938955"/>
              <a:gd name="csX6" fmla="*/ 3901646 w 9229296"/>
              <a:gd name="csY6" fmla="*/ 1612900 h 2938955"/>
              <a:gd name="csX7" fmla="*/ 2777696 w 9229296"/>
              <a:gd name="csY7" fmla="*/ 2743200 h 2938955"/>
              <a:gd name="csX8" fmla="*/ 1818846 w 9229296"/>
              <a:gd name="csY8" fmla="*/ 2279650 h 2938955"/>
              <a:gd name="csX9" fmla="*/ 637746 w 9229296"/>
              <a:gd name="csY9" fmla="*/ 2933700 h 2938955"/>
              <a:gd name="csX10" fmla="*/ 174196 w 92292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1186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768286 w 9254696"/>
              <a:gd name="csY2" fmla="*/ 118872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615886 w 9254696"/>
              <a:gd name="csY2" fmla="*/ 151384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615886 w 9254696"/>
              <a:gd name="csY2" fmla="*/ 151384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615886 w 9254696"/>
              <a:gd name="csY2" fmla="*/ 151384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357826 w 9254696"/>
              <a:gd name="csY4" fmla="*/ 145415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54196 w 9254696"/>
              <a:gd name="csY5" fmla="*/ 283845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01646 w 9254696"/>
              <a:gd name="csY6" fmla="*/ 1612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777696 w 9254696"/>
              <a:gd name="csY7" fmla="*/ 274320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899616 w 9254696"/>
              <a:gd name="csY7" fmla="*/ 293116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899616 w 9254696"/>
              <a:gd name="csY7" fmla="*/ 293116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899616 w 9254696"/>
              <a:gd name="csY7" fmla="*/ 293116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899616 w 9254696"/>
              <a:gd name="csY7" fmla="*/ 293116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904696 w 9254696"/>
              <a:gd name="csY7" fmla="*/ 2900680 h 2938955"/>
              <a:gd name="csX8" fmla="*/ 1818846 w 9254696"/>
              <a:gd name="csY8" fmla="*/ 227965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89166 w 9254696"/>
              <a:gd name="csY0" fmla="*/ 0 h 2938955"/>
              <a:gd name="csX1" fmla="*/ 9254696 w 9254696"/>
              <a:gd name="csY1" fmla="*/ 972820 h 2938955"/>
              <a:gd name="csX2" fmla="*/ 8341566 w 9254696"/>
              <a:gd name="csY2" fmla="*/ 1783080 h 2938955"/>
              <a:gd name="csX3" fmla="*/ 7618936 w 9254696"/>
              <a:gd name="csY3" fmla="*/ 2907030 h 2938955"/>
              <a:gd name="csX4" fmla="*/ 6418786 w 9254696"/>
              <a:gd name="csY4" fmla="*/ 1449070 h 2938955"/>
              <a:gd name="csX5" fmla="*/ 5299916 w 9254696"/>
              <a:gd name="csY5" fmla="*/ 2904490 h 2938955"/>
              <a:gd name="csX6" fmla="*/ 3972766 w 9254696"/>
              <a:gd name="csY6" fmla="*/ 1739900 h 2938955"/>
              <a:gd name="csX7" fmla="*/ 2904696 w 9254696"/>
              <a:gd name="csY7" fmla="*/ 2900680 h 2938955"/>
              <a:gd name="csX8" fmla="*/ 1920446 w 9254696"/>
              <a:gd name="csY8" fmla="*/ 2137410 h 2938955"/>
              <a:gd name="csX9" fmla="*/ 637746 w 9254696"/>
              <a:gd name="csY9" fmla="*/ 2933700 h 2938955"/>
              <a:gd name="csX10" fmla="*/ 174196 w 9254696"/>
              <a:gd name="csY10" fmla="*/ 2578100 h 2938955"/>
              <a:gd name="csX0" fmla="*/ 8157149 w 9222679"/>
              <a:gd name="csY0" fmla="*/ 0 h 2907030"/>
              <a:gd name="csX1" fmla="*/ 9222679 w 9222679"/>
              <a:gd name="csY1" fmla="*/ 972820 h 2907030"/>
              <a:gd name="csX2" fmla="*/ 8309549 w 9222679"/>
              <a:gd name="csY2" fmla="*/ 1783080 h 2907030"/>
              <a:gd name="csX3" fmla="*/ 7586919 w 9222679"/>
              <a:gd name="csY3" fmla="*/ 2907030 h 2907030"/>
              <a:gd name="csX4" fmla="*/ 6386769 w 9222679"/>
              <a:gd name="csY4" fmla="*/ 1449070 h 2907030"/>
              <a:gd name="csX5" fmla="*/ 5267899 w 9222679"/>
              <a:gd name="csY5" fmla="*/ 2904490 h 2907030"/>
              <a:gd name="csX6" fmla="*/ 3940749 w 9222679"/>
              <a:gd name="csY6" fmla="*/ 1739900 h 2907030"/>
              <a:gd name="csX7" fmla="*/ 2872679 w 9222679"/>
              <a:gd name="csY7" fmla="*/ 2900680 h 2907030"/>
              <a:gd name="csX8" fmla="*/ 1888429 w 9222679"/>
              <a:gd name="csY8" fmla="*/ 2137410 h 2907030"/>
              <a:gd name="csX9" fmla="*/ 849569 w 9222679"/>
              <a:gd name="csY9" fmla="*/ 2893060 h 2907030"/>
              <a:gd name="csX10" fmla="*/ 142179 w 9222679"/>
              <a:gd name="csY10" fmla="*/ 2578100 h 2907030"/>
              <a:gd name="csX0" fmla="*/ 8139056 w 9204586"/>
              <a:gd name="csY0" fmla="*/ 0 h 2907030"/>
              <a:gd name="csX1" fmla="*/ 9204586 w 9204586"/>
              <a:gd name="csY1" fmla="*/ 972820 h 2907030"/>
              <a:gd name="csX2" fmla="*/ 8291456 w 9204586"/>
              <a:gd name="csY2" fmla="*/ 1783080 h 2907030"/>
              <a:gd name="csX3" fmla="*/ 7568826 w 9204586"/>
              <a:gd name="csY3" fmla="*/ 2907030 h 2907030"/>
              <a:gd name="csX4" fmla="*/ 6368676 w 9204586"/>
              <a:gd name="csY4" fmla="*/ 1449070 h 2907030"/>
              <a:gd name="csX5" fmla="*/ 5249806 w 9204586"/>
              <a:gd name="csY5" fmla="*/ 2904490 h 2907030"/>
              <a:gd name="csX6" fmla="*/ 3922656 w 9204586"/>
              <a:gd name="csY6" fmla="*/ 1739900 h 2907030"/>
              <a:gd name="csX7" fmla="*/ 2854586 w 9204586"/>
              <a:gd name="csY7" fmla="*/ 2900680 h 2907030"/>
              <a:gd name="csX8" fmla="*/ 1870336 w 9204586"/>
              <a:gd name="csY8" fmla="*/ 2137410 h 2907030"/>
              <a:gd name="csX9" fmla="*/ 831476 w 9204586"/>
              <a:gd name="csY9" fmla="*/ 2893060 h 2907030"/>
              <a:gd name="csX10" fmla="*/ 144406 w 9204586"/>
              <a:gd name="csY10" fmla="*/ 2420620 h 2907030"/>
              <a:gd name="csX0" fmla="*/ 7994650 w 9060180"/>
              <a:gd name="csY0" fmla="*/ 0 h 2907030"/>
              <a:gd name="csX1" fmla="*/ 9060180 w 9060180"/>
              <a:gd name="csY1" fmla="*/ 972820 h 2907030"/>
              <a:gd name="csX2" fmla="*/ 8147050 w 9060180"/>
              <a:gd name="csY2" fmla="*/ 1783080 h 2907030"/>
              <a:gd name="csX3" fmla="*/ 7424420 w 9060180"/>
              <a:gd name="csY3" fmla="*/ 2907030 h 2907030"/>
              <a:gd name="csX4" fmla="*/ 6224270 w 9060180"/>
              <a:gd name="csY4" fmla="*/ 1449070 h 2907030"/>
              <a:gd name="csX5" fmla="*/ 5105400 w 9060180"/>
              <a:gd name="csY5" fmla="*/ 2904490 h 2907030"/>
              <a:gd name="csX6" fmla="*/ 3778250 w 9060180"/>
              <a:gd name="csY6" fmla="*/ 1739900 h 2907030"/>
              <a:gd name="csX7" fmla="*/ 2710180 w 9060180"/>
              <a:gd name="csY7" fmla="*/ 2900680 h 2907030"/>
              <a:gd name="csX8" fmla="*/ 1725930 w 9060180"/>
              <a:gd name="csY8" fmla="*/ 2137410 h 2907030"/>
              <a:gd name="csX9" fmla="*/ 687070 w 9060180"/>
              <a:gd name="csY9" fmla="*/ 2893060 h 2907030"/>
              <a:gd name="csX10" fmla="*/ 0 w 9060180"/>
              <a:gd name="csY10" fmla="*/ 2420620 h 2907030"/>
              <a:gd name="csX0" fmla="*/ 9060180 w 9060180"/>
              <a:gd name="csY0" fmla="*/ 0 h 1934210"/>
              <a:gd name="csX1" fmla="*/ 8147050 w 9060180"/>
              <a:gd name="csY1" fmla="*/ 810260 h 1934210"/>
              <a:gd name="csX2" fmla="*/ 7424420 w 9060180"/>
              <a:gd name="csY2" fmla="*/ 1934210 h 1934210"/>
              <a:gd name="csX3" fmla="*/ 6224270 w 9060180"/>
              <a:gd name="csY3" fmla="*/ 476250 h 1934210"/>
              <a:gd name="csX4" fmla="*/ 5105400 w 9060180"/>
              <a:gd name="csY4" fmla="*/ 1931670 h 1934210"/>
              <a:gd name="csX5" fmla="*/ 3778250 w 9060180"/>
              <a:gd name="csY5" fmla="*/ 767080 h 1934210"/>
              <a:gd name="csX6" fmla="*/ 2710180 w 9060180"/>
              <a:gd name="csY6" fmla="*/ 1927860 h 1934210"/>
              <a:gd name="csX7" fmla="*/ 1725930 w 9060180"/>
              <a:gd name="csY7" fmla="*/ 1164590 h 1934210"/>
              <a:gd name="csX8" fmla="*/ 687070 w 9060180"/>
              <a:gd name="csY8" fmla="*/ 1920240 h 1934210"/>
              <a:gd name="csX9" fmla="*/ 0 w 9060180"/>
              <a:gd name="csY9" fmla="*/ 1447800 h 1934210"/>
              <a:gd name="csX0" fmla="*/ 9060180 w 9060180"/>
              <a:gd name="csY0" fmla="*/ 0 h 1937181"/>
              <a:gd name="csX1" fmla="*/ 7424420 w 9060180"/>
              <a:gd name="csY1" fmla="*/ 1934210 h 1937181"/>
              <a:gd name="csX2" fmla="*/ 6224270 w 9060180"/>
              <a:gd name="csY2" fmla="*/ 476250 h 1937181"/>
              <a:gd name="csX3" fmla="*/ 5105400 w 9060180"/>
              <a:gd name="csY3" fmla="*/ 1931670 h 1937181"/>
              <a:gd name="csX4" fmla="*/ 3778250 w 9060180"/>
              <a:gd name="csY4" fmla="*/ 767080 h 1937181"/>
              <a:gd name="csX5" fmla="*/ 2710180 w 9060180"/>
              <a:gd name="csY5" fmla="*/ 1927860 h 1937181"/>
              <a:gd name="csX6" fmla="*/ 1725930 w 9060180"/>
              <a:gd name="csY6" fmla="*/ 1164590 h 1937181"/>
              <a:gd name="csX7" fmla="*/ 687070 w 9060180"/>
              <a:gd name="csY7" fmla="*/ 1920240 h 1937181"/>
              <a:gd name="csX8" fmla="*/ 0 w 9060180"/>
              <a:gd name="csY8" fmla="*/ 1447800 h 1937181"/>
              <a:gd name="csX0" fmla="*/ 9060180 w 9060180"/>
              <a:gd name="csY0" fmla="*/ 0 h 1937181"/>
              <a:gd name="csX1" fmla="*/ 7424420 w 9060180"/>
              <a:gd name="csY1" fmla="*/ 1934210 h 1937181"/>
              <a:gd name="csX2" fmla="*/ 6224270 w 9060180"/>
              <a:gd name="csY2" fmla="*/ 476250 h 1937181"/>
              <a:gd name="csX3" fmla="*/ 5105400 w 9060180"/>
              <a:gd name="csY3" fmla="*/ 1931670 h 1937181"/>
              <a:gd name="csX4" fmla="*/ 3778250 w 9060180"/>
              <a:gd name="csY4" fmla="*/ 767080 h 1937181"/>
              <a:gd name="csX5" fmla="*/ 2710180 w 9060180"/>
              <a:gd name="csY5" fmla="*/ 1927860 h 1937181"/>
              <a:gd name="csX6" fmla="*/ 1725930 w 9060180"/>
              <a:gd name="csY6" fmla="*/ 1164590 h 1937181"/>
              <a:gd name="csX7" fmla="*/ 687070 w 9060180"/>
              <a:gd name="csY7" fmla="*/ 1920240 h 1937181"/>
              <a:gd name="csX8" fmla="*/ 0 w 9060180"/>
              <a:gd name="csY8" fmla="*/ 1447800 h 1937181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060180 w 9060180"/>
              <a:gd name="csY0" fmla="*/ 0 h 1934210"/>
              <a:gd name="csX1" fmla="*/ 7424420 w 9060180"/>
              <a:gd name="csY1" fmla="*/ 1934210 h 1934210"/>
              <a:gd name="csX2" fmla="*/ 6224270 w 9060180"/>
              <a:gd name="csY2" fmla="*/ 476250 h 1934210"/>
              <a:gd name="csX3" fmla="*/ 5105400 w 9060180"/>
              <a:gd name="csY3" fmla="*/ 1931670 h 1934210"/>
              <a:gd name="csX4" fmla="*/ 3778250 w 9060180"/>
              <a:gd name="csY4" fmla="*/ 767080 h 1934210"/>
              <a:gd name="csX5" fmla="*/ 2710180 w 9060180"/>
              <a:gd name="csY5" fmla="*/ 1927860 h 1934210"/>
              <a:gd name="csX6" fmla="*/ 1725930 w 9060180"/>
              <a:gd name="csY6" fmla="*/ 1164590 h 1934210"/>
              <a:gd name="csX7" fmla="*/ 687070 w 9060180"/>
              <a:gd name="csY7" fmla="*/ 1920240 h 1934210"/>
              <a:gd name="csX8" fmla="*/ 0 w 9060180"/>
              <a:gd name="csY8" fmla="*/ 1447800 h 1934210"/>
              <a:gd name="csX0" fmla="*/ 9244330 w 9244330"/>
              <a:gd name="csY0" fmla="*/ 0 h 1934210"/>
              <a:gd name="csX1" fmla="*/ 7608570 w 9244330"/>
              <a:gd name="csY1" fmla="*/ 1934210 h 1934210"/>
              <a:gd name="csX2" fmla="*/ 6408420 w 9244330"/>
              <a:gd name="csY2" fmla="*/ 476250 h 1934210"/>
              <a:gd name="csX3" fmla="*/ 5289550 w 9244330"/>
              <a:gd name="csY3" fmla="*/ 1931670 h 1934210"/>
              <a:gd name="csX4" fmla="*/ 3962400 w 9244330"/>
              <a:gd name="csY4" fmla="*/ 767080 h 1934210"/>
              <a:gd name="csX5" fmla="*/ 2894330 w 9244330"/>
              <a:gd name="csY5" fmla="*/ 1927860 h 1934210"/>
              <a:gd name="csX6" fmla="*/ 1910080 w 9244330"/>
              <a:gd name="csY6" fmla="*/ 1164590 h 1934210"/>
              <a:gd name="csX7" fmla="*/ 871220 w 9244330"/>
              <a:gd name="csY7" fmla="*/ 1920240 h 1934210"/>
              <a:gd name="csX8" fmla="*/ 0 w 9244330"/>
              <a:gd name="csY8" fmla="*/ 1422400 h 1934210"/>
              <a:gd name="csX0" fmla="*/ 9244330 w 9244330"/>
              <a:gd name="csY0" fmla="*/ 0 h 1934210"/>
              <a:gd name="csX1" fmla="*/ 7608570 w 9244330"/>
              <a:gd name="csY1" fmla="*/ 1934210 h 1934210"/>
              <a:gd name="csX2" fmla="*/ 6408420 w 9244330"/>
              <a:gd name="csY2" fmla="*/ 476250 h 1934210"/>
              <a:gd name="csX3" fmla="*/ 5289550 w 9244330"/>
              <a:gd name="csY3" fmla="*/ 1931670 h 1934210"/>
              <a:gd name="csX4" fmla="*/ 3962400 w 9244330"/>
              <a:gd name="csY4" fmla="*/ 767080 h 1934210"/>
              <a:gd name="csX5" fmla="*/ 2894330 w 9244330"/>
              <a:gd name="csY5" fmla="*/ 1927860 h 1934210"/>
              <a:gd name="csX6" fmla="*/ 1910080 w 9244330"/>
              <a:gd name="csY6" fmla="*/ 1164590 h 1934210"/>
              <a:gd name="csX7" fmla="*/ 871220 w 9244330"/>
              <a:gd name="csY7" fmla="*/ 1920240 h 1934210"/>
              <a:gd name="csX8" fmla="*/ 0 w 9244330"/>
              <a:gd name="csY8" fmla="*/ 1422400 h 1934210"/>
              <a:gd name="csX0" fmla="*/ 9260205 w 9260205"/>
              <a:gd name="csY0" fmla="*/ 0 h 2010410"/>
              <a:gd name="csX1" fmla="*/ 7608570 w 9260205"/>
              <a:gd name="csY1" fmla="*/ 2010410 h 2010410"/>
              <a:gd name="csX2" fmla="*/ 6408420 w 9260205"/>
              <a:gd name="csY2" fmla="*/ 552450 h 2010410"/>
              <a:gd name="csX3" fmla="*/ 5289550 w 9260205"/>
              <a:gd name="csY3" fmla="*/ 2007870 h 2010410"/>
              <a:gd name="csX4" fmla="*/ 3962400 w 9260205"/>
              <a:gd name="csY4" fmla="*/ 843280 h 2010410"/>
              <a:gd name="csX5" fmla="*/ 2894330 w 9260205"/>
              <a:gd name="csY5" fmla="*/ 2004060 h 2010410"/>
              <a:gd name="csX6" fmla="*/ 1910080 w 9260205"/>
              <a:gd name="csY6" fmla="*/ 1240790 h 2010410"/>
              <a:gd name="csX7" fmla="*/ 871220 w 9260205"/>
              <a:gd name="csY7" fmla="*/ 1996440 h 2010410"/>
              <a:gd name="csX8" fmla="*/ 0 w 9260205"/>
              <a:gd name="csY8" fmla="*/ 1498600 h 201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60205" h="2010410">
                <a:moveTo>
                  <a:pt x="9260205" y="0"/>
                </a:moveTo>
                <a:cubicBezTo>
                  <a:pt x="8919422" y="402961"/>
                  <a:pt x="7835689" y="1681268"/>
                  <a:pt x="7608570" y="2010410"/>
                </a:cubicBezTo>
                <a:cubicBezTo>
                  <a:pt x="7415318" y="1708785"/>
                  <a:pt x="6794923" y="552873"/>
                  <a:pt x="6408420" y="552450"/>
                </a:cubicBezTo>
                <a:cubicBezTo>
                  <a:pt x="6021917" y="552027"/>
                  <a:pt x="5491479" y="1845098"/>
                  <a:pt x="5289550" y="2007870"/>
                </a:cubicBezTo>
                <a:cubicBezTo>
                  <a:pt x="5078307" y="1847215"/>
                  <a:pt x="4361603" y="843915"/>
                  <a:pt x="3962400" y="843280"/>
                </a:cubicBezTo>
                <a:cubicBezTo>
                  <a:pt x="3563197" y="842645"/>
                  <a:pt x="3068744" y="1823508"/>
                  <a:pt x="2894330" y="2004060"/>
                </a:cubicBezTo>
                <a:cubicBezTo>
                  <a:pt x="2724150" y="1818005"/>
                  <a:pt x="2247265" y="1242060"/>
                  <a:pt x="1910080" y="1240790"/>
                </a:cubicBezTo>
                <a:cubicBezTo>
                  <a:pt x="1572895" y="1239520"/>
                  <a:pt x="1008168" y="1901824"/>
                  <a:pt x="871220" y="1996440"/>
                </a:cubicBezTo>
                <a:cubicBezTo>
                  <a:pt x="749512" y="1903942"/>
                  <a:pt x="230717" y="1522942"/>
                  <a:pt x="0" y="1498600"/>
                </a:cubicBezTo>
              </a:path>
            </a:pathLst>
          </a:custGeom>
          <a:noFill/>
          <a:ln w="22225">
            <a:solidFill>
              <a:srgbClr val="11111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弧形 23">
            <a:extLst>
              <a:ext uri="{FF2B5EF4-FFF2-40B4-BE49-F238E27FC236}">
                <a16:creationId xmlns:a16="http://schemas.microsoft.com/office/drawing/2014/main" id="{823A1E34-14DF-6CBF-1C62-8C542C02843A}"/>
              </a:ext>
            </a:extLst>
          </p:cNvPr>
          <p:cNvSpPr/>
          <p:nvPr/>
        </p:nvSpPr>
        <p:spPr>
          <a:xfrm>
            <a:off x="-10601472" y="116632"/>
            <a:ext cx="22301518" cy="19478164"/>
          </a:xfrm>
          <a:prstGeom prst="arc">
            <a:avLst>
              <a:gd name="adj1" fmla="val 18951335"/>
              <a:gd name="adj2" fmla="val 19398101"/>
            </a:avLst>
          </a:prstGeom>
          <a:ln w="1905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1CA5E24-710E-DEFF-A1C7-13E62BFB35A6}"/>
              </a:ext>
            </a:extLst>
          </p:cNvPr>
          <p:cNvSpPr txBox="1"/>
          <p:nvPr/>
        </p:nvSpPr>
        <p:spPr>
          <a:xfrm>
            <a:off x="8911832" y="2442225"/>
            <a:ext cx="215271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</a:t>
            </a:r>
            <a:r>
              <a:rPr lang="en-US" altLang="zh-CN" baseline="-25000" dirty="0"/>
              <a:t>0</a:t>
            </a:r>
            <a:r>
              <a:rPr lang="en-US" altLang="zh-CN" dirty="0"/>
              <a:t>  (</a:t>
            </a:r>
            <a:r>
              <a:rPr lang="zh-CN" altLang="en-US" dirty="0"/>
              <a:t>一维势垒高度</a:t>
            </a:r>
            <a:r>
              <a:rPr lang="en-US" altLang="zh-CN" dirty="0"/>
              <a:t>)</a:t>
            </a:r>
            <a:endParaRPr lang="zh-CN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A090E50-D189-C8DB-7EF2-CD0D13C312CD}"/>
                  </a:ext>
                </a:extLst>
              </p:cNvPr>
              <p:cNvSpPr txBox="1"/>
              <p:nvPr/>
            </p:nvSpPr>
            <p:spPr>
              <a:xfrm>
                <a:off x="10853737" y="2385222"/>
                <a:ext cx="1044115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tx1"/>
                    </a:solidFill>
                  </a:rPr>
                  <a:t>&gt;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bSup>
                      <m:sSubSupPr>
                        <m:ctrlPr>
                          <a:rPr lang="zh-CN" altLang="en-US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zh-CN" alt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A090E50-D189-C8DB-7EF2-CD0D13C31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737" y="2385222"/>
                <a:ext cx="1044115" cy="483466"/>
              </a:xfrm>
              <a:prstGeom prst="rect">
                <a:avLst/>
              </a:prstGeom>
              <a:blipFill>
                <a:blip r:embed="rId4"/>
                <a:stretch>
                  <a:fillRect l="-4651"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8DBDADDC-9060-B51E-4E34-D1900B3BC0A2}"/>
              </a:ext>
            </a:extLst>
          </p:cNvPr>
          <p:cNvSpPr txBox="1"/>
          <p:nvPr/>
        </p:nvSpPr>
        <p:spPr>
          <a:xfrm>
            <a:off x="1691701" y="2478178"/>
            <a:ext cx="1741634" cy="3694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ysClr val="windowText" lastClr="000000"/>
                </a:solidFill>
              </a:rPr>
              <a:t>宏观受力分析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F87697D-805A-46BE-C5EE-972A438DF63E}"/>
              </a:ext>
            </a:extLst>
          </p:cNvPr>
          <p:cNvCxnSpPr>
            <a:cxnSpLocks/>
          </p:cNvCxnSpPr>
          <p:nvPr/>
        </p:nvCxnSpPr>
        <p:spPr>
          <a:xfrm>
            <a:off x="8022214" y="2616575"/>
            <a:ext cx="378042" cy="30836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971BDD8-A7D1-BE2C-8088-A2B3BC7AF417}"/>
              </a:ext>
            </a:extLst>
          </p:cNvPr>
          <p:cNvCxnSpPr>
            <a:cxnSpLocks/>
          </p:cNvCxnSpPr>
          <p:nvPr/>
        </p:nvCxnSpPr>
        <p:spPr>
          <a:xfrm>
            <a:off x="8008215" y="2922323"/>
            <a:ext cx="392041" cy="262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D91BECF-AC15-2FC0-50EE-CE6176EF947E}"/>
              </a:ext>
            </a:extLst>
          </p:cNvPr>
          <p:cNvCxnSpPr>
            <a:cxnSpLocks/>
          </p:cNvCxnSpPr>
          <p:nvPr/>
        </p:nvCxnSpPr>
        <p:spPr>
          <a:xfrm flipV="1">
            <a:off x="8400256" y="2618910"/>
            <a:ext cx="0" cy="303413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D293CA0-EDE3-B485-C8E8-123B1A24D08B}"/>
              </a:ext>
            </a:extLst>
          </p:cNvPr>
          <p:cNvCxnSpPr>
            <a:cxnSpLocks/>
          </p:cNvCxnSpPr>
          <p:nvPr/>
        </p:nvCxnSpPr>
        <p:spPr>
          <a:xfrm flipV="1">
            <a:off x="8008215" y="2616575"/>
            <a:ext cx="392040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36E805F-1B47-B83E-DEE4-C78882A3D703}"/>
              </a:ext>
            </a:extLst>
          </p:cNvPr>
          <p:cNvCxnSpPr>
            <a:cxnSpLocks/>
          </p:cNvCxnSpPr>
          <p:nvPr/>
        </p:nvCxnSpPr>
        <p:spPr>
          <a:xfrm>
            <a:off x="8012965" y="2615219"/>
            <a:ext cx="7177" cy="301428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8CBF3FF-179E-8599-5C21-2092040F5124}"/>
                  </a:ext>
                </a:extLst>
              </p:cNvPr>
              <p:cNvSpPr txBox="1"/>
              <p:nvPr/>
            </p:nvSpPr>
            <p:spPr>
              <a:xfrm>
                <a:off x="8058218" y="2281374"/>
                <a:ext cx="504056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1800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CN" sz="1600" baseline="-25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8CBF3FF-179E-8599-5C21-2092040F5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218" y="2281374"/>
                <a:ext cx="504056" cy="362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79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6219</TotalTime>
  <Words>3470</Words>
  <Application>Microsoft Office PowerPoint</Application>
  <PresentationFormat>宽屏</PresentationFormat>
  <Paragraphs>1008</Paragraphs>
  <Slides>61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2" baseType="lpstr">
      <vt:lpstr>KaTeX_Main</vt:lpstr>
      <vt:lpstr>KaTeX_Math</vt:lpstr>
      <vt:lpstr>PingFang SC</vt:lpstr>
      <vt:lpstr>等线</vt:lpstr>
      <vt:lpstr>等线 Light</vt:lpstr>
      <vt:lpstr>宋体</vt:lpstr>
      <vt:lpstr>幼圆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环节     时长   内容要点 认知冲突     16s  经典物理预期 量子实验事实 理论机制     50s   借助高中化学电子云理解概率密度  13s  |Ψ|² 波函数描述、势垒穿透条件、隧穿概率的指数依赖 23s  波函数描述、势垒穿透条件、隧穿概率的指数依赖      (1’40’’) 解薛定谔方程与实例数据计算   (1’30’’) 规律总结与量化表达     透射系数公式、参数影响的系统展示 三类典型现象的统一框架归并     α衰变、STM、MOSFET      (40’)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量子隧穿中，粒子穿越经典“不可入”的势垒，恰因薛定谔方程的波函数包含虚部——虚非空无，而是潜藏实在的“玄机”。势垒区的指数衰减解（虚动量）正是“虚”成全了“穿”的概率。此谓：实为显象，虚为存势，虚实相生而隧穿成焉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所用工具与技术实现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呈安 婉夙</dc:creator>
  <cp:lastModifiedBy>呈安 婉夙</cp:lastModifiedBy>
  <cp:revision>81</cp:revision>
  <dcterms:created xsi:type="dcterms:W3CDTF">2026-06-06T15:10:01Z</dcterms:created>
  <dcterms:modified xsi:type="dcterms:W3CDTF">2026-09-19T06:41:39Z</dcterms:modified>
</cp:coreProperties>
</file>